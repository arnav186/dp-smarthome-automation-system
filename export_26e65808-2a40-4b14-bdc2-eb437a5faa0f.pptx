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90525" y="371475"/>
            <a:ext cx="8339613" cy="3657600"/>
            <a:chOff x="390525" y="371475"/>
            <a:chExt cx="8339613" cy="3657600"/>
          </a:xfrm>
        </p:grpSpPr>
        <p:sp>
          <p:nvSpPr>
            <p:cNvPr id="2" name="TextBox 1"/>
            <p:cNvSpPr txBox="1"/>
            <p:nvPr/>
          </p:nvSpPr>
          <p:spPr>
            <a:xfrm>
              <a:off x="390525" y="371475"/>
              <a:ext cx="959055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Smart Home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90525" y="1285875"/>
              <a:ext cx="959055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Automation System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2200275"/>
              <a:ext cx="9590554" cy="914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Using Design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3114675"/>
              <a:ext cx="959055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Patterns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91050" y="4343400"/>
            <a:ext cx="3950493" cy="428624"/>
            <a:chOff x="4591050" y="4343400"/>
            <a:chExt cx="3950493" cy="428624"/>
          </a:xfrm>
        </p:grpSpPr>
        <p:sp>
          <p:nvSpPr>
            <p:cNvPr id="7" name="TextBox 6"/>
            <p:cNvSpPr txBox="1"/>
            <p:nvPr/>
          </p:nvSpPr>
          <p:spPr>
            <a:xfrm>
              <a:off x="4591050" y="4343400"/>
              <a:ext cx="4543066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000000"/>
                  </a:solidFill>
                  <a:latin typeface="Roboto"/>
                </a:rPr>
                <a:t>A technical walkthrough of system architecture 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91050" y="4557712"/>
              <a:ext cx="4543066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000000"/>
                  </a:solidFill>
                  <a:latin typeface="Roboto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42618" y="1063624"/>
            <a:ext cx="1688505" cy="603249"/>
          </a:xfrm>
          <a:custGeom>
            <a:avLst/>
            <a:gdLst/>
            <a:ahLst/>
            <a:cxnLst/>
            <a:rect l="0" t="0" r="0" b="0"/>
            <a:pathLst>
              <a:path w="1688505" h="603249">
                <a:moveTo>
                  <a:pt x="0" y="120649"/>
                </a:moveTo>
                <a:lnTo>
                  <a:pt x="0" y="60325"/>
                </a:lnTo>
                <a:cubicBezTo>
                  <a:pt x="0" y="27008"/>
                  <a:pt x="27008" y="0"/>
                  <a:pt x="60325" y="0"/>
                </a:cubicBezTo>
                <a:lnTo>
                  <a:pt x="120650" y="0"/>
                </a:lnTo>
                <a:moveTo>
                  <a:pt x="1688505" y="120649"/>
                </a:moveTo>
                <a:lnTo>
                  <a:pt x="1688505" y="482599"/>
                </a:lnTo>
                <a:moveTo>
                  <a:pt x="0" y="482599"/>
                </a:moveTo>
                <a:lnTo>
                  <a:pt x="0" y="120649"/>
                </a:lnTo>
                <a:moveTo>
                  <a:pt x="120650" y="0"/>
                </a:moveTo>
                <a:lnTo>
                  <a:pt x="1567855" y="0"/>
                </a:lnTo>
                <a:moveTo>
                  <a:pt x="0" y="482599"/>
                </a:moveTo>
                <a:lnTo>
                  <a:pt x="0" y="542924"/>
                </a:lnTo>
                <a:cubicBezTo>
                  <a:pt x="0" y="576241"/>
                  <a:pt x="27008" y="603249"/>
                  <a:pt x="60325" y="603249"/>
                </a:cubicBezTo>
                <a:lnTo>
                  <a:pt x="120650" y="603249"/>
                </a:lnTo>
                <a:moveTo>
                  <a:pt x="1688505" y="120649"/>
                </a:moveTo>
                <a:lnTo>
                  <a:pt x="1688505" y="60325"/>
                </a:lnTo>
                <a:cubicBezTo>
                  <a:pt x="1688505" y="27008"/>
                  <a:pt x="1661496" y="0"/>
                  <a:pt x="1628180" y="0"/>
                </a:cubicBezTo>
                <a:lnTo>
                  <a:pt x="1567855" y="0"/>
                </a:lnTo>
                <a:moveTo>
                  <a:pt x="1567855" y="603249"/>
                </a:moveTo>
                <a:lnTo>
                  <a:pt x="120650" y="603249"/>
                </a:lnTo>
                <a:moveTo>
                  <a:pt x="1688505" y="482599"/>
                </a:moveTo>
                <a:lnTo>
                  <a:pt x="1688505" y="542924"/>
                </a:lnTo>
                <a:cubicBezTo>
                  <a:pt x="1688505" y="576241"/>
                  <a:pt x="1661496" y="603249"/>
                  <a:pt x="1628180" y="603249"/>
                </a:cubicBezTo>
                <a:lnTo>
                  <a:pt x="1567855" y="603249"/>
                </a:lnTo>
              </a:path>
            </a:pathLst>
          </a:custGeom>
          <a:noFill/>
          <a:ln w="75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42618" y="1787525"/>
            <a:ext cx="1688505" cy="784224"/>
          </a:xfrm>
          <a:custGeom>
            <a:avLst/>
            <a:gdLst/>
            <a:ahLst/>
            <a:cxnLst/>
            <a:rect l="0" t="0" r="0" b="0"/>
            <a:pathLst>
              <a:path w="1688505" h="784224">
                <a:moveTo>
                  <a:pt x="0" y="120649"/>
                </a:moveTo>
                <a:lnTo>
                  <a:pt x="0" y="60325"/>
                </a:lnTo>
                <a:cubicBezTo>
                  <a:pt x="0" y="27008"/>
                  <a:pt x="27008" y="0"/>
                  <a:pt x="60325" y="0"/>
                </a:cubicBezTo>
                <a:lnTo>
                  <a:pt x="120650" y="0"/>
                </a:lnTo>
                <a:moveTo>
                  <a:pt x="1688505" y="120649"/>
                </a:moveTo>
                <a:lnTo>
                  <a:pt x="1688505" y="663574"/>
                </a:lnTo>
                <a:moveTo>
                  <a:pt x="0" y="663574"/>
                </a:moveTo>
                <a:lnTo>
                  <a:pt x="0" y="120649"/>
                </a:lnTo>
                <a:moveTo>
                  <a:pt x="120650" y="0"/>
                </a:moveTo>
                <a:lnTo>
                  <a:pt x="1567855" y="0"/>
                </a:lnTo>
                <a:moveTo>
                  <a:pt x="0" y="663574"/>
                </a:moveTo>
                <a:lnTo>
                  <a:pt x="0" y="723899"/>
                </a:lnTo>
                <a:cubicBezTo>
                  <a:pt x="0" y="757216"/>
                  <a:pt x="27008" y="784224"/>
                  <a:pt x="60325" y="784224"/>
                </a:cubicBezTo>
                <a:lnTo>
                  <a:pt x="120650" y="784224"/>
                </a:lnTo>
                <a:moveTo>
                  <a:pt x="1688505" y="120649"/>
                </a:moveTo>
                <a:lnTo>
                  <a:pt x="1688505" y="60325"/>
                </a:lnTo>
                <a:cubicBezTo>
                  <a:pt x="1688505" y="27008"/>
                  <a:pt x="1661496" y="0"/>
                  <a:pt x="1628180" y="0"/>
                </a:cubicBezTo>
                <a:lnTo>
                  <a:pt x="1567855" y="0"/>
                </a:lnTo>
                <a:moveTo>
                  <a:pt x="1567855" y="784224"/>
                </a:moveTo>
                <a:lnTo>
                  <a:pt x="120650" y="784224"/>
                </a:lnTo>
                <a:moveTo>
                  <a:pt x="1688505" y="663574"/>
                </a:moveTo>
                <a:lnTo>
                  <a:pt x="1688505" y="723899"/>
                </a:lnTo>
                <a:cubicBezTo>
                  <a:pt x="1688505" y="757216"/>
                  <a:pt x="1661496" y="784224"/>
                  <a:pt x="1628180" y="784224"/>
                </a:cubicBezTo>
                <a:lnTo>
                  <a:pt x="1567855" y="784224"/>
                </a:lnTo>
              </a:path>
            </a:pathLst>
          </a:custGeom>
          <a:noFill/>
          <a:ln w="75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42618" y="2692399"/>
            <a:ext cx="1688505" cy="784224"/>
          </a:xfrm>
          <a:custGeom>
            <a:avLst/>
            <a:gdLst/>
            <a:ahLst/>
            <a:cxnLst/>
            <a:rect l="0" t="0" r="0" b="0"/>
            <a:pathLst>
              <a:path w="1688505" h="784224">
                <a:moveTo>
                  <a:pt x="0" y="120649"/>
                </a:moveTo>
                <a:lnTo>
                  <a:pt x="0" y="60325"/>
                </a:lnTo>
                <a:cubicBezTo>
                  <a:pt x="0" y="27008"/>
                  <a:pt x="27008" y="0"/>
                  <a:pt x="60325" y="0"/>
                </a:cubicBezTo>
                <a:lnTo>
                  <a:pt x="120650" y="0"/>
                </a:lnTo>
                <a:moveTo>
                  <a:pt x="1688505" y="120649"/>
                </a:moveTo>
                <a:lnTo>
                  <a:pt x="1688505" y="663574"/>
                </a:lnTo>
                <a:moveTo>
                  <a:pt x="0" y="663574"/>
                </a:moveTo>
                <a:lnTo>
                  <a:pt x="0" y="120649"/>
                </a:lnTo>
                <a:moveTo>
                  <a:pt x="120650" y="0"/>
                </a:moveTo>
                <a:lnTo>
                  <a:pt x="1567855" y="0"/>
                </a:lnTo>
                <a:moveTo>
                  <a:pt x="0" y="663574"/>
                </a:moveTo>
                <a:lnTo>
                  <a:pt x="0" y="723899"/>
                </a:lnTo>
                <a:cubicBezTo>
                  <a:pt x="0" y="757216"/>
                  <a:pt x="27008" y="784224"/>
                  <a:pt x="60325" y="784224"/>
                </a:cubicBezTo>
                <a:lnTo>
                  <a:pt x="120650" y="784224"/>
                </a:lnTo>
                <a:moveTo>
                  <a:pt x="1688505" y="120649"/>
                </a:moveTo>
                <a:lnTo>
                  <a:pt x="1688505" y="60325"/>
                </a:lnTo>
                <a:cubicBezTo>
                  <a:pt x="1688505" y="27008"/>
                  <a:pt x="1661496" y="0"/>
                  <a:pt x="1628180" y="0"/>
                </a:cubicBezTo>
                <a:lnTo>
                  <a:pt x="1567855" y="0"/>
                </a:lnTo>
                <a:moveTo>
                  <a:pt x="1567855" y="784224"/>
                </a:moveTo>
                <a:lnTo>
                  <a:pt x="120650" y="784224"/>
                </a:lnTo>
                <a:moveTo>
                  <a:pt x="1688505" y="663574"/>
                </a:moveTo>
                <a:lnTo>
                  <a:pt x="1688505" y="723899"/>
                </a:lnTo>
                <a:cubicBezTo>
                  <a:pt x="1688505" y="757216"/>
                  <a:pt x="1661496" y="784224"/>
                  <a:pt x="1628180" y="784224"/>
                </a:cubicBezTo>
                <a:lnTo>
                  <a:pt x="1567855" y="784224"/>
                </a:lnTo>
              </a:path>
            </a:pathLst>
          </a:custGeom>
          <a:noFill/>
          <a:ln w="75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42618" y="3597274"/>
            <a:ext cx="1688505" cy="965199"/>
          </a:xfrm>
          <a:custGeom>
            <a:avLst/>
            <a:gdLst/>
            <a:ahLst/>
            <a:cxnLst/>
            <a:rect l="0" t="0" r="0" b="0"/>
            <a:pathLst>
              <a:path w="1688505" h="965199">
                <a:moveTo>
                  <a:pt x="0" y="120649"/>
                </a:moveTo>
                <a:lnTo>
                  <a:pt x="0" y="60325"/>
                </a:lnTo>
                <a:cubicBezTo>
                  <a:pt x="0" y="27008"/>
                  <a:pt x="27008" y="0"/>
                  <a:pt x="60325" y="0"/>
                </a:cubicBezTo>
                <a:lnTo>
                  <a:pt x="120650" y="0"/>
                </a:lnTo>
                <a:moveTo>
                  <a:pt x="1688505" y="120649"/>
                </a:moveTo>
                <a:lnTo>
                  <a:pt x="1688505" y="844549"/>
                </a:lnTo>
                <a:moveTo>
                  <a:pt x="0" y="844549"/>
                </a:moveTo>
                <a:lnTo>
                  <a:pt x="0" y="120649"/>
                </a:lnTo>
                <a:moveTo>
                  <a:pt x="120650" y="0"/>
                </a:moveTo>
                <a:lnTo>
                  <a:pt x="1567855" y="0"/>
                </a:lnTo>
                <a:moveTo>
                  <a:pt x="0" y="844549"/>
                </a:moveTo>
                <a:lnTo>
                  <a:pt x="0" y="904874"/>
                </a:lnTo>
                <a:cubicBezTo>
                  <a:pt x="0" y="938191"/>
                  <a:pt x="27008" y="965199"/>
                  <a:pt x="60325" y="965199"/>
                </a:cubicBezTo>
                <a:lnTo>
                  <a:pt x="120650" y="965199"/>
                </a:lnTo>
                <a:moveTo>
                  <a:pt x="1688505" y="120649"/>
                </a:moveTo>
                <a:lnTo>
                  <a:pt x="1688505" y="60325"/>
                </a:lnTo>
                <a:cubicBezTo>
                  <a:pt x="1688505" y="27008"/>
                  <a:pt x="1661496" y="0"/>
                  <a:pt x="1628180" y="0"/>
                </a:cubicBezTo>
                <a:lnTo>
                  <a:pt x="1567855" y="0"/>
                </a:lnTo>
                <a:moveTo>
                  <a:pt x="1567855" y="965199"/>
                </a:moveTo>
                <a:lnTo>
                  <a:pt x="120650" y="965199"/>
                </a:lnTo>
                <a:moveTo>
                  <a:pt x="1688505" y="844549"/>
                </a:moveTo>
                <a:lnTo>
                  <a:pt x="1688505" y="904874"/>
                </a:lnTo>
                <a:cubicBezTo>
                  <a:pt x="1688505" y="938191"/>
                  <a:pt x="1661496" y="965199"/>
                  <a:pt x="1628180" y="965199"/>
                </a:cubicBezTo>
                <a:lnTo>
                  <a:pt x="1567855" y="965199"/>
                </a:lnTo>
              </a:path>
            </a:pathLst>
          </a:custGeom>
          <a:noFill/>
          <a:ln w="75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06867" y="3898737"/>
            <a:ext cx="362454" cy="362264"/>
          </a:xfrm>
          <a:custGeom>
            <a:avLst/>
            <a:gdLst/>
            <a:ahLst/>
            <a:cxnLst/>
            <a:rect l="0" t="0" r="0" b="0"/>
            <a:pathLst>
              <a:path w="362454" h="362264">
                <a:moveTo>
                  <a:pt x="248964" y="169973"/>
                </a:moveTo>
                <a:cubicBezTo>
                  <a:pt x="253126" y="169973"/>
                  <a:pt x="256508" y="166601"/>
                  <a:pt x="256508" y="162439"/>
                </a:cubicBezTo>
                <a:lnTo>
                  <a:pt x="256508" y="83258"/>
                </a:lnTo>
                <a:cubicBezTo>
                  <a:pt x="256508" y="81181"/>
                  <a:pt x="254812" y="79486"/>
                  <a:pt x="252736" y="79486"/>
                </a:cubicBezTo>
                <a:lnTo>
                  <a:pt x="109461" y="79486"/>
                </a:lnTo>
                <a:cubicBezTo>
                  <a:pt x="107384" y="79486"/>
                  <a:pt x="105689" y="81181"/>
                  <a:pt x="105689" y="83258"/>
                </a:cubicBezTo>
                <a:lnTo>
                  <a:pt x="105689" y="162439"/>
                </a:lnTo>
                <a:cubicBezTo>
                  <a:pt x="105689" y="166601"/>
                  <a:pt x="109070" y="169973"/>
                  <a:pt x="113233" y="169973"/>
                </a:cubicBezTo>
                <a:lnTo>
                  <a:pt x="248964" y="169973"/>
                </a:lnTo>
                <a:moveTo>
                  <a:pt x="362073" y="30327"/>
                </a:moveTo>
                <a:cubicBezTo>
                  <a:pt x="362073" y="13668"/>
                  <a:pt x="348567" y="161"/>
                  <a:pt x="331908" y="161"/>
                </a:cubicBezTo>
                <a:lnTo>
                  <a:pt x="30289" y="161"/>
                </a:lnTo>
                <a:cubicBezTo>
                  <a:pt x="22212" y="0"/>
                  <a:pt x="14449" y="3228"/>
                  <a:pt x="8867" y="9058"/>
                </a:cubicBezTo>
                <a:cubicBezTo>
                  <a:pt x="3162" y="14649"/>
                  <a:pt x="0" y="22336"/>
                  <a:pt x="123" y="30327"/>
                </a:cubicBezTo>
                <a:lnTo>
                  <a:pt x="123" y="140569"/>
                </a:lnTo>
                <a:cubicBezTo>
                  <a:pt x="704" y="247116"/>
                  <a:pt x="74952" y="339080"/>
                  <a:pt x="178984" y="362111"/>
                </a:cubicBezTo>
                <a:cubicBezTo>
                  <a:pt x="179984" y="362264"/>
                  <a:pt x="181003" y="362264"/>
                  <a:pt x="182003" y="362111"/>
                </a:cubicBezTo>
                <a:cubicBezTo>
                  <a:pt x="183003" y="362254"/>
                  <a:pt x="184022" y="362254"/>
                  <a:pt x="185023" y="362111"/>
                </a:cubicBezTo>
                <a:cubicBezTo>
                  <a:pt x="288940" y="338223"/>
                  <a:pt x="362454" y="245544"/>
                  <a:pt x="362073" y="138912"/>
                </a:cubicBezTo>
                <a:lnTo>
                  <a:pt x="362073" y="30327"/>
                </a:lnTo>
                <a:moveTo>
                  <a:pt x="279130" y="181136"/>
                </a:moveTo>
                <a:cubicBezTo>
                  <a:pt x="279044" y="195681"/>
                  <a:pt x="267281" y="207444"/>
                  <a:pt x="252736" y="207530"/>
                </a:cubicBezTo>
                <a:lnTo>
                  <a:pt x="199948" y="207530"/>
                </a:lnTo>
                <a:cubicBezTo>
                  <a:pt x="195786" y="207530"/>
                  <a:pt x="192404" y="210902"/>
                  <a:pt x="192404" y="215064"/>
                </a:cubicBezTo>
                <a:lnTo>
                  <a:pt x="192404" y="222608"/>
                </a:lnTo>
                <a:cubicBezTo>
                  <a:pt x="192404" y="226771"/>
                  <a:pt x="195786" y="230152"/>
                  <a:pt x="199948" y="230152"/>
                </a:cubicBezTo>
                <a:lnTo>
                  <a:pt x="220608" y="230152"/>
                </a:lnTo>
                <a:cubicBezTo>
                  <a:pt x="226856" y="230152"/>
                  <a:pt x="231924" y="235210"/>
                  <a:pt x="231924" y="241458"/>
                </a:cubicBezTo>
                <a:cubicBezTo>
                  <a:pt x="231924" y="247707"/>
                  <a:pt x="226856" y="252774"/>
                  <a:pt x="220608" y="252774"/>
                </a:cubicBezTo>
                <a:lnTo>
                  <a:pt x="141589" y="252774"/>
                </a:lnTo>
                <a:cubicBezTo>
                  <a:pt x="135340" y="252774"/>
                  <a:pt x="130273" y="247707"/>
                  <a:pt x="130273" y="241458"/>
                </a:cubicBezTo>
                <a:cubicBezTo>
                  <a:pt x="130273" y="235210"/>
                  <a:pt x="135340" y="230152"/>
                  <a:pt x="141589" y="230152"/>
                </a:cubicBezTo>
                <a:lnTo>
                  <a:pt x="162248" y="230152"/>
                </a:lnTo>
                <a:cubicBezTo>
                  <a:pt x="166411" y="230152"/>
                  <a:pt x="169783" y="226771"/>
                  <a:pt x="169783" y="222608"/>
                </a:cubicBezTo>
                <a:lnTo>
                  <a:pt x="169783" y="215064"/>
                </a:lnTo>
                <a:cubicBezTo>
                  <a:pt x="169783" y="210902"/>
                  <a:pt x="166411" y="207530"/>
                  <a:pt x="162248" y="207530"/>
                </a:cubicBezTo>
                <a:lnTo>
                  <a:pt x="109461" y="207530"/>
                </a:lnTo>
                <a:cubicBezTo>
                  <a:pt x="94916" y="207444"/>
                  <a:pt x="83153" y="195681"/>
                  <a:pt x="83067" y="181136"/>
                </a:cubicBezTo>
                <a:lnTo>
                  <a:pt x="83067" y="83258"/>
                </a:lnTo>
                <a:cubicBezTo>
                  <a:pt x="83067" y="68684"/>
                  <a:pt x="94888" y="56864"/>
                  <a:pt x="109461" y="56864"/>
                </a:cubicBezTo>
                <a:lnTo>
                  <a:pt x="252736" y="56864"/>
                </a:lnTo>
                <a:cubicBezTo>
                  <a:pt x="267309" y="56864"/>
                  <a:pt x="279130" y="68684"/>
                  <a:pt x="279130" y="83258"/>
                </a:cubicBezTo>
                <a:lnTo>
                  <a:pt x="279130" y="18113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06991" y="1182769"/>
            <a:ext cx="363493" cy="363454"/>
          </a:xfrm>
          <a:custGeom>
            <a:avLst/>
            <a:gdLst/>
            <a:ahLst/>
            <a:cxnLst/>
            <a:rect l="0" t="0" r="0" b="0"/>
            <a:pathLst>
              <a:path w="363493" h="363454">
                <a:moveTo>
                  <a:pt x="256384" y="265423"/>
                </a:moveTo>
                <a:cubicBezTo>
                  <a:pt x="248050" y="265423"/>
                  <a:pt x="241296" y="272176"/>
                  <a:pt x="241296" y="280511"/>
                </a:cubicBezTo>
                <a:lnTo>
                  <a:pt x="30165" y="280511"/>
                </a:lnTo>
                <a:lnTo>
                  <a:pt x="30165" y="122158"/>
                </a:lnTo>
                <a:cubicBezTo>
                  <a:pt x="38490" y="122158"/>
                  <a:pt x="45243" y="115404"/>
                  <a:pt x="45243" y="107070"/>
                </a:cubicBezTo>
                <a:cubicBezTo>
                  <a:pt x="45243" y="98745"/>
                  <a:pt x="38490" y="91992"/>
                  <a:pt x="30165" y="91992"/>
                </a:cubicBezTo>
                <a:cubicBezTo>
                  <a:pt x="13506" y="91992"/>
                  <a:pt x="0" y="105498"/>
                  <a:pt x="0" y="122158"/>
                </a:cubicBezTo>
                <a:lnTo>
                  <a:pt x="0" y="280511"/>
                </a:lnTo>
                <a:cubicBezTo>
                  <a:pt x="0" y="297170"/>
                  <a:pt x="13506" y="310667"/>
                  <a:pt x="30165" y="310667"/>
                </a:cubicBezTo>
                <a:lnTo>
                  <a:pt x="120653" y="310667"/>
                </a:lnTo>
                <a:lnTo>
                  <a:pt x="120653" y="333289"/>
                </a:lnTo>
                <a:lnTo>
                  <a:pt x="75409" y="333289"/>
                </a:lnTo>
                <a:cubicBezTo>
                  <a:pt x="67075" y="333289"/>
                  <a:pt x="60321" y="340042"/>
                  <a:pt x="60321" y="348376"/>
                </a:cubicBezTo>
                <a:cubicBezTo>
                  <a:pt x="60321" y="356701"/>
                  <a:pt x="67075" y="363454"/>
                  <a:pt x="75409" y="363454"/>
                </a:cubicBezTo>
                <a:lnTo>
                  <a:pt x="196053" y="363454"/>
                </a:lnTo>
                <a:cubicBezTo>
                  <a:pt x="204387" y="363454"/>
                  <a:pt x="211140" y="356701"/>
                  <a:pt x="211140" y="348376"/>
                </a:cubicBezTo>
                <a:cubicBezTo>
                  <a:pt x="211140" y="340042"/>
                  <a:pt x="204387" y="333289"/>
                  <a:pt x="196053" y="333289"/>
                </a:cubicBezTo>
                <a:lnTo>
                  <a:pt x="150809" y="333289"/>
                </a:lnTo>
                <a:lnTo>
                  <a:pt x="150809" y="310667"/>
                </a:lnTo>
                <a:lnTo>
                  <a:pt x="241296" y="310667"/>
                </a:lnTo>
                <a:cubicBezTo>
                  <a:pt x="257956" y="310667"/>
                  <a:pt x="271462" y="297170"/>
                  <a:pt x="271462" y="280511"/>
                </a:cubicBezTo>
                <a:cubicBezTo>
                  <a:pt x="271462" y="272176"/>
                  <a:pt x="264709" y="265423"/>
                  <a:pt x="256384" y="265423"/>
                </a:cubicBezTo>
                <a:moveTo>
                  <a:pt x="336156" y="111442"/>
                </a:moveTo>
                <a:lnTo>
                  <a:pt x="290912" y="156686"/>
                </a:lnTo>
                <a:lnTo>
                  <a:pt x="279606" y="168001"/>
                </a:lnTo>
                <a:cubicBezTo>
                  <a:pt x="275663" y="173469"/>
                  <a:pt x="268852" y="176069"/>
                  <a:pt x="262270" y="174621"/>
                </a:cubicBezTo>
                <a:cubicBezTo>
                  <a:pt x="255689" y="173174"/>
                  <a:pt x="250602" y="167944"/>
                  <a:pt x="249326" y="161334"/>
                </a:cubicBezTo>
                <a:cubicBezTo>
                  <a:pt x="248040" y="154714"/>
                  <a:pt x="250812" y="147970"/>
                  <a:pt x="256384" y="144170"/>
                </a:cubicBezTo>
                <a:lnTo>
                  <a:pt x="305390" y="95154"/>
                </a:lnTo>
                <a:lnTo>
                  <a:pt x="312934" y="87620"/>
                </a:lnTo>
                <a:cubicBezTo>
                  <a:pt x="318849" y="81705"/>
                  <a:pt x="318849" y="72113"/>
                  <a:pt x="312934" y="66198"/>
                </a:cubicBezTo>
                <a:cubicBezTo>
                  <a:pt x="307019" y="60293"/>
                  <a:pt x="297437" y="60293"/>
                  <a:pt x="291522" y="66198"/>
                </a:cubicBezTo>
                <a:lnTo>
                  <a:pt x="288502" y="69370"/>
                </a:lnTo>
                <a:lnTo>
                  <a:pt x="187156" y="69370"/>
                </a:lnTo>
                <a:lnTo>
                  <a:pt x="219884" y="36795"/>
                </a:lnTo>
                <a:cubicBezTo>
                  <a:pt x="226123" y="32451"/>
                  <a:pt x="233772" y="30613"/>
                  <a:pt x="241296" y="31670"/>
                </a:cubicBezTo>
                <a:lnTo>
                  <a:pt x="346871" y="31670"/>
                </a:lnTo>
                <a:cubicBezTo>
                  <a:pt x="355196" y="31670"/>
                  <a:pt x="361950" y="24917"/>
                  <a:pt x="361950" y="16583"/>
                </a:cubicBezTo>
                <a:cubicBezTo>
                  <a:pt x="361950" y="8258"/>
                  <a:pt x="355196" y="1504"/>
                  <a:pt x="346871" y="1504"/>
                </a:cubicBezTo>
                <a:lnTo>
                  <a:pt x="241296" y="1504"/>
                </a:lnTo>
                <a:cubicBezTo>
                  <a:pt x="225713" y="0"/>
                  <a:pt x="210207" y="5029"/>
                  <a:pt x="198472" y="15382"/>
                </a:cubicBezTo>
                <a:lnTo>
                  <a:pt x="144627" y="69370"/>
                </a:lnTo>
                <a:lnTo>
                  <a:pt x="90487" y="69370"/>
                </a:lnTo>
                <a:cubicBezTo>
                  <a:pt x="73828" y="69370"/>
                  <a:pt x="60321" y="82877"/>
                  <a:pt x="60321" y="99536"/>
                </a:cubicBezTo>
                <a:lnTo>
                  <a:pt x="60321" y="220179"/>
                </a:lnTo>
                <a:cubicBezTo>
                  <a:pt x="60321" y="236839"/>
                  <a:pt x="73828" y="250345"/>
                  <a:pt x="90487" y="250345"/>
                </a:cubicBezTo>
                <a:lnTo>
                  <a:pt x="286540" y="250345"/>
                </a:lnTo>
                <a:cubicBezTo>
                  <a:pt x="303199" y="250345"/>
                  <a:pt x="316706" y="236839"/>
                  <a:pt x="316706" y="220179"/>
                </a:cubicBezTo>
                <a:lnTo>
                  <a:pt x="316706" y="173583"/>
                </a:lnTo>
                <a:lnTo>
                  <a:pt x="357578" y="132864"/>
                </a:lnTo>
                <a:cubicBezTo>
                  <a:pt x="363493" y="126949"/>
                  <a:pt x="363493" y="117357"/>
                  <a:pt x="357578" y="111442"/>
                </a:cubicBezTo>
                <a:cubicBezTo>
                  <a:pt x="351663" y="105536"/>
                  <a:pt x="342071" y="105536"/>
                  <a:pt x="336156" y="111442"/>
                </a:cubicBezTo>
                <a:moveTo>
                  <a:pt x="215512" y="220179"/>
                </a:moveTo>
                <a:cubicBezTo>
                  <a:pt x="207006" y="201644"/>
                  <a:pt x="188480" y="189757"/>
                  <a:pt x="168078" y="189757"/>
                </a:cubicBezTo>
                <a:cubicBezTo>
                  <a:pt x="147685" y="189757"/>
                  <a:pt x="129149" y="201644"/>
                  <a:pt x="120653" y="220179"/>
                </a:cubicBezTo>
                <a:lnTo>
                  <a:pt x="90487" y="220179"/>
                </a:lnTo>
                <a:lnTo>
                  <a:pt x="90487" y="99536"/>
                </a:lnTo>
                <a:lnTo>
                  <a:pt x="257736" y="99536"/>
                </a:lnTo>
                <a:lnTo>
                  <a:pt x="234362" y="122158"/>
                </a:lnTo>
                <a:cubicBezTo>
                  <a:pt x="220856" y="135616"/>
                  <a:pt x="216808" y="155895"/>
                  <a:pt x="224113" y="173507"/>
                </a:cubicBezTo>
                <a:cubicBezTo>
                  <a:pt x="231409" y="191119"/>
                  <a:pt x="248621" y="202587"/>
                  <a:pt x="267690" y="202539"/>
                </a:cubicBezTo>
                <a:cubicBezTo>
                  <a:pt x="274148" y="202739"/>
                  <a:pt x="280577" y="201558"/>
                  <a:pt x="286540" y="199072"/>
                </a:cubicBezTo>
                <a:lnTo>
                  <a:pt x="286540" y="220179"/>
                </a:lnTo>
                <a:lnTo>
                  <a:pt x="215512" y="220179"/>
                </a:lnTo>
                <a:moveTo>
                  <a:pt x="138293" y="144780"/>
                </a:moveTo>
                <a:cubicBezTo>
                  <a:pt x="138293" y="161439"/>
                  <a:pt x="151799" y="174936"/>
                  <a:pt x="168459" y="174936"/>
                </a:cubicBezTo>
                <a:cubicBezTo>
                  <a:pt x="185118" y="174936"/>
                  <a:pt x="198615" y="161439"/>
                  <a:pt x="198615" y="144780"/>
                </a:cubicBezTo>
                <a:cubicBezTo>
                  <a:pt x="198615" y="128120"/>
                  <a:pt x="185118" y="114614"/>
                  <a:pt x="168459" y="114614"/>
                </a:cubicBezTo>
                <a:cubicBezTo>
                  <a:pt x="151799" y="114614"/>
                  <a:pt x="138293" y="128120"/>
                  <a:pt x="138293" y="14478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09258" y="2913776"/>
            <a:ext cx="357416" cy="350796"/>
          </a:xfrm>
          <a:custGeom>
            <a:avLst/>
            <a:gdLst/>
            <a:ahLst/>
            <a:cxnLst/>
            <a:rect l="0" t="0" r="0" b="0"/>
            <a:pathLst>
              <a:path w="357416" h="350796">
                <a:moveTo>
                  <a:pt x="52882" y="26812"/>
                </a:moveTo>
                <a:cubicBezTo>
                  <a:pt x="56807" y="23031"/>
                  <a:pt x="58378" y="17421"/>
                  <a:pt x="56997" y="12144"/>
                </a:cubicBezTo>
                <a:cubicBezTo>
                  <a:pt x="55616" y="6877"/>
                  <a:pt x="51501" y="2762"/>
                  <a:pt x="46224" y="1381"/>
                </a:cubicBezTo>
                <a:cubicBezTo>
                  <a:pt x="40957" y="0"/>
                  <a:pt x="35347" y="1571"/>
                  <a:pt x="31556" y="5486"/>
                </a:cubicBezTo>
                <a:cubicBezTo>
                  <a:pt x="11363" y="25431"/>
                  <a:pt x="0" y="52625"/>
                  <a:pt x="0" y="81000"/>
                </a:cubicBezTo>
                <a:cubicBezTo>
                  <a:pt x="0" y="109385"/>
                  <a:pt x="11363" y="136578"/>
                  <a:pt x="31556" y="156514"/>
                </a:cubicBezTo>
                <a:cubicBezTo>
                  <a:pt x="37480" y="162229"/>
                  <a:pt x="46882" y="162144"/>
                  <a:pt x="52701" y="156333"/>
                </a:cubicBezTo>
                <a:cubicBezTo>
                  <a:pt x="58521" y="150514"/>
                  <a:pt x="58597" y="141103"/>
                  <a:pt x="52882" y="135188"/>
                </a:cubicBezTo>
                <a:cubicBezTo>
                  <a:pt x="38347" y="120910"/>
                  <a:pt x="30156" y="101384"/>
                  <a:pt x="30156" y="81000"/>
                </a:cubicBezTo>
                <a:cubicBezTo>
                  <a:pt x="30156" y="60617"/>
                  <a:pt x="38347" y="41100"/>
                  <a:pt x="52882" y="26812"/>
                </a:cubicBezTo>
                <a:moveTo>
                  <a:pt x="325859" y="5486"/>
                </a:moveTo>
                <a:cubicBezTo>
                  <a:pt x="322068" y="1571"/>
                  <a:pt x="316458" y="0"/>
                  <a:pt x="311191" y="1381"/>
                </a:cubicBezTo>
                <a:cubicBezTo>
                  <a:pt x="305914" y="2762"/>
                  <a:pt x="301799" y="6877"/>
                  <a:pt x="300418" y="12144"/>
                </a:cubicBezTo>
                <a:cubicBezTo>
                  <a:pt x="299037" y="17421"/>
                  <a:pt x="300609" y="23031"/>
                  <a:pt x="304533" y="26812"/>
                </a:cubicBezTo>
                <a:cubicBezTo>
                  <a:pt x="319068" y="41100"/>
                  <a:pt x="327259" y="60617"/>
                  <a:pt x="327259" y="81000"/>
                </a:cubicBezTo>
                <a:cubicBezTo>
                  <a:pt x="327259" y="101384"/>
                  <a:pt x="319068" y="120910"/>
                  <a:pt x="304533" y="135188"/>
                </a:cubicBezTo>
                <a:cubicBezTo>
                  <a:pt x="298818" y="141103"/>
                  <a:pt x="298894" y="150514"/>
                  <a:pt x="304714" y="156333"/>
                </a:cubicBezTo>
                <a:cubicBezTo>
                  <a:pt x="310534" y="162144"/>
                  <a:pt x="319935" y="162229"/>
                  <a:pt x="325859" y="156514"/>
                </a:cubicBezTo>
                <a:cubicBezTo>
                  <a:pt x="346052" y="136578"/>
                  <a:pt x="357416" y="109385"/>
                  <a:pt x="357416" y="81000"/>
                </a:cubicBezTo>
                <a:cubicBezTo>
                  <a:pt x="357416" y="52625"/>
                  <a:pt x="346052" y="25431"/>
                  <a:pt x="325859" y="5486"/>
                </a:cubicBezTo>
                <a:moveTo>
                  <a:pt x="259289" y="34147"/>
                </a:moveTo>
                <a:cubicBezTo>
                  <a:pt x="265175" y="28260"/>
                  <a:pt x="274720" y="28260"/>
                  <a:pt x="280616" y="34147"/>
                </a:cubicBezTo>
                <a:cubicBezTo>
                  <a:pt x="306095" y="59636"/>
                  <a:pt x="306095" y="102355"/>
                  <a:pt x="280616" y="127863"/>
                </a:cubicBezTo>
                <a:cubicBezTo>
                  <a:pt x="276825" y="131778"/>
                  <a:pt x="271214" y="133350"/>
                  <a:pt x="265947" y="131968"/>
                </a:cubicBezTo>
                <a:cubicBezTo>
                  <a:pt x="260670" y="130587"/>
                  <a:pt x="256555" y="126472"/>
                  <a:pt x="255174" y="121205"/>
                </a:cubicBezTo>
                <a:cubicBezTo>
                  <a:pt x="253793" y="115928"/>
                  <a:pt x="255365" y="110318"/>
                  <a:pt x="259289" y="106537"/>
                </a:cubicBezTo>
                <a:cubicBezTo>
                  <a:pt x="273015" y="92811"/>
                  <a:pt x="273015" y="69180"/>
                  <a:pt x="259289" y="55473"/>
                </a:cubicBezTo>
                <a:cubicBezTo>
                  <a:pt x="253403" y="49577"/>
                  <a:pt x="253403" y="40033"/>
                  <a:pt x="259289" y="34147"/>
                </a:cubicBezTo>
                <a:moveTo>
                  <a:pt x="179460" y="43300"/>
                </a:moveTo>
                <a:cubicBezTo>
                  <a:pt x="160934" y="43272"/>
                  <a:pt x="145132" y="56721"/>
                  <a:pt x="142189" y="75018"/>
                </a:cubicBezTo>
                <a:cubicBezTo>
                  <a:pt x="139245" y="93316"/>
                  <a:pt x="150037" y="111032"/>
                  <a:pt x="167640" y="116824"/>
                </a:cubicBezTo>
                <a:lnTo>
                  <a:pt x="105022" y="228123"/>
                </a:lnTo>
                <a:cubicBezTo>
                  <a:pt x="103708" y="230457"/>
                  <a:pt x="103736" y="233314"/>
                  <a:pt x="105089" y="235619"/>
                </a:cubicBezTo>
                <a:cubicBezTo>
                  <a:pt x="106441" y="237934"/>
                  <a:pt x="108918" y="239353"/>
                  <a:pt x="111594" y="239353"/>
                </a:cubicBezTo>
                <a:lnTo>
                  <a:pt x="247326" y="239353"/>
                </a:lnTo>
                <a:cubicBezTo>
                  <a:pt x="250002" y="239353"/>
                  <a:pt x="252488" y="237934"/>
                  <a:pt x="253841" y="235619"/>
                </a:cubicBezTo>
                <a:cubicBezTo>
                  <a:pt x="255193" y="233314"/>
                  <a:pt x="255212" y="230457"/>
                  <a:pt x="253898" y="228123"/>
                </a:cubicBezTo>
                <a:lnTo>
                  <a:pt x="191281" y="116824"/>
                </a:lnTo>
                <a:cubicBezTo>
                  <a:pt x="208845" y="110994"/>
                  <a:pt x="219598" y="93297"/>
                  <a:pt x="216655" y="75028"/>
                </a:cubicBezTo>
                <a:cubicBezTo>
                  <a:pt x="213721" y="56759"/>
                  <a:pt x="197967" y="43319"/>
                  <a:pt x="179460" y="43300"/>
                </a:cubicBezTo>
                <a:moveTo>
                  <a:pt x="283644" y="325316"/>
                </a:moveTo>
                <a:lnTo>
                  <a:pt x="73771" y="325316"/>
                </a:lnTo>
                <a:cubicBezTo>
                  <a:pt x="66627" y="341680"/>
                  <a:pt x="48987" y="350796"/>
                  <a:pt x="31518" y="347148"/>
                </a:cubicBezTo>
                <a:cubicBezTo>
                  <a:pt x="14039" y="343500"/>
                  <a:pt x="1514" y="328088"/>
                  <a:pt x="1514" y="310238"/>
                </a:cubicBezTo>
                <a:cubicBezTo>
                  <a:pt x="1514" y="292379"/>
                  <a:pt x="14039" y="276977"/>
                  <a:pt x="31518" y="273329"/>
                </a:cubicBezTo>
                <a:cubicBezTo>
                  <a:pt x="48987" y="269681"/>
                  <a:pt x="66627" y="278796"/>
                  <a:pt x="73771" y="295151"/>
                </a:cubicBezTo>
                <a:lnTo>
                  <a:pt x="164382" y="295151"/>
                </a:lnTo>
                <a:lnTo>
                  <a:pt x="164382" y="269519"/>
                </a:lnTo>
                <a:cubicBezTo>
                  <a:pt x="164382" y="261185"/>
                  <a:pt x="171135" y="254431"/>
                  <a:pt x="179460" y="254431"/>
                </a:cubicBezTo>
                <a:cubicBezTo>
                  <a:pt x="187794" y="254431"/>
                  <a:pt x="194538" y="261185"/>
                  <a:pt x="194538" y="269519"/>
                </a:cubicBezTo>
                <a:lnTo>
                  <a:pt x="194538" y="295151"/>
                </a:lnTo>
                <a:lnTo>
                  <a:pt x="283644" y="295151"/>
                </a:lnTo>
                <a:cubicBezTo>
                  <a:pt x="290788" y="278796"/>
                  <a:pt x="308429" y="269681"/>
                  <a:pt x="325897" y="273329"/>
                </a:cubicBezTo>
                <a:cubicBezTo>
                  <a:pt x="343376" y="276977"/>
                  <a:pt x="355901" y="292379"/>
                  <a:pt x="355901" y="310238"/>
                </a:cubicBezTo>
                <a:cubicBezTo>
                  <a:pt x="355901" y="328088"/>
                  <a:pt x="343376" y="343500"/>
                  <a:pt x="325897" y="347148"/>
                </a:cubicBezTo>
                <a:cubicBezTo>
                  <a:pt x="308429" y="350796"/>
                  <a:pt x="290788" y="341680"/>
                  <a:pt x="283644" y="325316"/>
                </a:cubicBezTo>
                <a:moveTo>
                  <a:pt x="98145" y="34147"/>
                </a:moveTo>
                <a:cubicBezTo>
                  <a:pt x="104032" y="40033"/>
                  <a:pt x="104032" y="49577"/>
                  <a:pt x="98145" y="55473"/>
                </a:cubicBezTo>
                <a:cubicBezTo>
                  <a:pt x="84420" y="69189"/>
                  <a:pt x="84420" y="92811"/>
                  <a:pt x="98145" y="106537"/>
                </a:cubicBezTo>
                <a:cubicBezTo>
                  <a:pt x="104032" y="112423"/>
                  <a:pt x="104032" y="121977"/>
                  <a:pt x="98136" y="127863"/>
                </a:cubicBezTo>
                <a:cubicBezTo>
                  <a:pt x="92240" y="133759"/>
                  <a:pt x="82696" y="133750"/>
                  <a:pt x="76800" y="127863"/>
                </a:cubicBezTo>
                <a:cubicBezTo>
                  <a:pt x="51320" y="102374"/>
                  <a:pt x="51320" y="59636"/>
                  <a:pt x="76800" y="34147"/>
                </a:cubicBezTo>
                <a:cubicBezTo>
                  <a:pt x="82696" y="28260"/>
                  <a:pt x="92240" y="28260"/>
                  <a:pt x="98126" y="34147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5658" y="1997890"/>
            <a:ext cx="364093" cy="362721"/>
          </a:xfrm>
          <a:custGeom>
            <a:avLst/>
            <a:gdLst/>
            <a:ahLst/>
            <a:cxnLst/>
            <a:rect l="0" t="0" r="0" b="0"/>
            <a:pathLst>
              <a:path w="364093" h="362721">
                <a:moveTo>
                  <a:pt x="359816" y="104527"/>
                </a:moveTo>
                <a:lnTo>
                  <a:pt x="233886" y="3038"/>
                </a:lnTo>
                <a:cubicBezTo>
                  <a:pt x="230209" y="0"/>
                  <a:pt x="224894" y="0"/>
                  <a:pt x="221218" y="3038"/>
                </a:cubicBezTo>
                <a:lnTo>
                  <a:pt x="95288" y="104527"/>
                </a:lnTo>
                <a:cubicBezTo>
                  <a:pt x="92163" y="107060"/>
                  <a:pt x="91011" y="111318"/>
                  <a:pt x="92421" y="115090"/>
                </a:cubicBezTo>
                <a:cubicBezTo>
                  <a:pt x="93811" y="118891"/>
                  <a:pt x="97431" y="121415"/>
                  <a:pt x="101469" y="121424"/>
                </a:cubicBezTo>
                <a:lnTo>
                  <a:pt x="129520" y="121424"/>
                </a:lnTo>
                <a:cubicBezTo>
                  <a:pt x="133692" y="121424"/>
                  <a:pt x="137064" y="124796"/>
                  <a:pt x="137064" y="128958"/>
                </a:cubicBezTo>
                <a:lnTo>
                  <a:pt x="137064" y="217484"/>
                </a:lnTo>
                <a:cubicBezTo>
                  <a:pt x="137150" y="222761"/>
                  <a:pt x="141446" y="226990"/>
                  <a:pt x="146713" y="226990"/>
                </a:cubicBezTo>
                <a:lnTo>
                  <a:pt x="308390" y="226990"/>
                </a:lnTo>
                <a:cubicBezTo>
                  <a:pt x="313658" y="226990"/>
                  <a:pt x="317954" y="222761"/>
                  <a:pt x="318039" y="217484"/>
                </a:cubicBezTo>
                <a:lnTo>
                  <a:pt x="318039" y="128958"/>
                </a:lnTo>
                <a:cubicBezTo>
                  <a:pt x="318039" y="124796"/>
                  <a:pt x="321411" y="121424"/>
                  <a:pt x="325583" y="121424"/>
                </a:cubicBezTo>
                <a:lnTo>
                  <a:pt x="353634" y="121424"/>
                </a:lnTo>
                <a:cubicBezTo>
                  <a:pt x="357673" y="121415"/>
                  <a:pt x="361292" y="118891"/>
                  <a:pt x="362683" y="115090"/>
                </a:cubicBezTo>
                <a:cubicBezTo>
                  <a:pt x="364093" y="111318"/>
                  <a:pt x="362940" y="107060"/>
                  <a:pt x="359816" y="104527"/>
                </a:cubicBezTo>
                <a:moveTo>
                  <a:pt x="282444" y="121424"/>
                </a:moveTo>
                <a:cubicBezTo>
                  <a:pt x="276701" y="130892"/>
                  <a:pt x="266376" y="136617"/>
                  <a:pt x="255298" y="136502"/>
                </a:cubicBezTo>
                <a:cubicBezTo>
                  <a:pt x="254117" y="136626"/>
                  <a:pt x="253060" y="137274"/>
                  <a:pt x="252412" y="138274"/>
                </a:cubicBezTo>
                <a:cubicBezTo>
                  <a:pt x="251774" y="139265"/>
                  <a:pt x="251612" y="140503"/>
                  <a:pt x="251983" y="141627"/>
                </a:cubicBezTo>
                <a:lnTo>
                  <a:pt x="270833" y="192004"/>
                </a:lnTo>
                <a:cubicBezTo>
                  <a:pt x="271376" y="193043"/>
                  <a:pt x="271376" y="194281"/>
                  <a:pt x="270833" y="195319"/>
                </a:cubicBezTo>
                <a:cubicBezTo>
                  <a:pt x="270109" y="196348"/>
                  <a:pt x="268928" y="196967"/>
                  <a:pt x="267671" y="196976"/>
                </a:cubicBezTo>
                <a:cubicBezTo>
                  <a:pt x="258937" y="197986"/>
                  <a:pt x="250116" y="196024"/>
                  <a:pt x="242630" y="191395"/>
                </a:cubicBezTo>
                <a:cubicBezTo>
                  <a:pt x="233162" y="185651"/>
                  <a:pt x="227437" y="175326"/>
                  <a:pt x="227552" y="164249"/>
                </a:cubicBezTo>
                <a:cubicBezTo>
                  <a:pt x="227428" y="163067"/>
                  <a:pt x="226780" y="162010"/>
                  <a:pt x="225780" y="161363"/>
                </a:cubicBezTo>
                <a:cubicBezTo>
                  <a:pt x="224789" y="160724"/>
                  <a:pt x="223551" y="160562"/>
                  <a:pt x="222427" y="160934"/>
                </a:cubicBezTo>
                <a:lnTo>
                  <a:pt x="172050" y="179784"/>
                </a:lnTo>
                <a:cubicBezTo>
                  <a:pt x="171011" y="180327"/>
                  <a:pt x="169773" y="180327"/>
                  <a:pt x="168735" y="179784"/>
                </a:cubicBezTo>
                <a:cubicBezTo>
                  <a:pt x="167706" y="179060"/>
                  <a:pt x="167087" y="177879"/>
                  <a:pt x="167078" y="176622"/>
                </a:cubicBezTo>
                <a:cubicBezTo>
                  <a:pt x="166068" y="167887"/>
                  <a:pt x="168030" y="159067"/>
                  <a:pt x="172659" y="151580"/>
                </a:cubicBezTo>
                <a:cubicBezTo>
                  <a:pt x="178403" y="142112"/>
                  <a:pt x="188728" y="136388"/>
                  <a:pt x="199805" y="136502"/>
                </a:cubicBezTo>
                <a:cubicBezTo>
                  <a:pt x="200987" y="136378"/>
                  <a:pt x="202044" y="135731"/>
                  <a:pt x="202691" y="134731"/>
                </a:cubicBezTo>
                <a:cubicBezTo>
                  <a:pt x="203330" y="133740"/>
                  <a:pt x="203492" y="132502"/>
                  <a:pt x="203120" y="131378"/>
                </a:cubicBezTo>
                <a:lnTo>
                  <a:pt x="184270" y="81152"/>
                </a:lnTo>
                <a:cubicBezTo>
                  <a:pt x="183727" y="80114"/>
                  <a:pt x="183727" y="78876"/>
                  <a:pt x="184270" y="77838"/>
                </a:cubicBezTo>
                <a:cubicBezTo>
                  <a:pt x="185051" y="76714"/>
                  <a:pt x="186375" y="76085"/>
                  <a:pt x="187737" y="76180"/>
                </a:cubicBezTo>
                <a:cubicBezTo>
                  <a:pt x="196357" y="75190"/>
                  <a:pt x="205054" y="77104"/>
                  <a:pt x="212474" y="81610"/>
                </a:cubicBezTo>
                <a:cubicBezTo>
                  <a:pt x="221942" y="87353"/>
                  <a:pt x="227666" y="97678"/>
                  <a:pt x="227552" y="108756"/>
                </a:cubicBezTo>
                <a:cubicBezTo>
                  <a:pt x="227676" y="109937"/>
                  <a:pt x="228323" y="110994"/>
                  <a:pt x="229323" y="111642"/>
                </a:cubicBezTo>
                <a:cubicBezTo>
                  <a:pt x="230314" y="112280"/>
                  <a:pt x="231552" y="112442"/>
                  <a:pt x="232676" y="112071"/>
                </a:cubicBezTo>
                <a:lnTo>
                  <a:pt x="283054" y="93221"/>
                </a:lnTo>
                <a:cubicBezTo>
                  <a:pt x="284092" y="92678"/>
                  <a:pt x="285330" y="92678"/>
                  <a:pt x="286369" y="93221"/>
                </a:cubicBezTo>
                <a:cubicBezTo>
                  <a:pt x="287397" y="93945"/>
                  <a:pt x="288016" y="95126"/>
                  <a:pt x="288026" y="96383"/>
                </a:cubicBezTo>
                <a:cubicBezTo>
                  <a:pt x="289055" y="105117"/>
                  <a:pt x="287083" y="113947"/>
                  <a:pt x="282444" y="121424"/>
                </a:cubicBezTo>
                <a:moveTo>
                  <a:pt x="37680" y="212817"/>
                </a:moveTo>
                <a:cubicBezTo>
                  <a:pt x="44938" y="206492"/>
                  <a:pt x="55749" y="206492"/>
                  <a:pt x="63017" y="212817"/>
                </a:cubicBezTo>
                <a:cubicBezTo>
                  <a:pt x="67675" y="216979"/>
                  <a:pt x="74837" y="216579"/>
                  <a:pt x="79000" y="211912"/>
                </a:cubicBezTo>
                <a:cubicBezTo>
                  <a:pt x="83172" y="207244"/>
                  <a:pt x="82762" y="200091"/>
                  <a:pt x="78095" y="195919"/>
                </a:cubicBezTo>
                <a:cubicBezTo>
                  <a:pt x="62150" y="182184"/>
                  <a:pt x="38547" y="182184"/>
                  <a:pt x="22602" y="195919"/>
                </a:cubicBezTo>
                <a:cubicBezTo>
                  <a:pt x="17935" y="200091"/>
                  <a:pt x="17525" y="207244"/>
                  <a:pt x="21688" y="211912"/>
                </a:cubicBezTo>
                <a:cubicBezTo>
                  <a:pt x="25860" y="216579"/>
                  <a:pt x="33013" y="216979"/>
                  <a:pt x="37680" y="212817"/>
                </a:cubicBezTo>
                <a:moveTo>
                  <a:pt x="95135" y="163496"/>
                </a:moveTo>
                <a:cubicBezTo>
                  <a:pt x="68694" y="143284"/>
                  <a:pt x="31994" y="143284"/>
                  <a:pt x="5553" y="163496"/>
                </a:cubicBezTo>
                <a:cubicBezTo>
                  <a:pt x="733" y="167478"/>
                  <a:pt x="0" y="174593"/>
                  <a:pt x="3895" y="179479"/>
                </a:cubicBezTo>
                <a:cubicBezTo>
                  <a:pt x="7648" y="184480"/>
                  <a:pt x="14735" y="185499"/>
                  <a:pt x="19735" y="181746"/>
                </a:cubicBezTo>
                <a:cubicBezTo>
                  <a:pt x="37728" y="167706"/>
                  <a:pt x="62969" y="167706"/>
                  <a:pt x="80962" y="181746"/>
                </a:cubicBezTo>
                <a:cubicBezTo>
                  <a:pt x="85667" y="185146"/>
                  <a:pt x="92192" y="184432"/>
                  <a:pt x="96040" y="180089"/>
                </a:cubicBezTo>
                <a:cubicBezTo>
                  <a:pt x="98202" y="177803"/>
                  <a:pt x="99317" y="174736"/>
                  <a:pt x="99155" y="171602"/>
                </a:cubicBezTo>
                <a:cubicBezTo>
                  <a:pt x="98983" y="168459"/>
                  <a:pt x="97526" y="165534"/>
                  <a:pt x="95135" y="163496"/>
                </a:cubicBezTo>
                <a:moveTo>
                  <a:pt x="72971" y="230762"/>
                </a:moveTo>
                <a:lnTo>
                  <a:pt x="27727" y="230762"/>
                </a:lnTo>
                <a:cubicBezTo>
                  <a:pt x="13182" y="230838"/>
                  <a:pt x="1419" y="242611"/>
                  <a:pt x="1333" y="257155"/>
                </a:cubicBezTo>
                <a:lnTo>
                  <a:pt x="1333" y="336327"/>
                </a:lnTo>
                <a:cubicBezTo>
                  <a:pt x="1419" y="350872"/>
                  <a:pt x="13182" y="362635"/>
                  <a:pt x="27727" y="362721"/>
                </a:cubicBezTo>
                <a:lnTo>
                  <a:pt x="72971" y="362721"/>
                </a:lnTo>
                <a:cubicBezTo>
                  <a:pt x="87515" y="362635"/>
                  <a:pt x="99279" y="350872"/>
                  <a:pt x="99364" y="336327"/>
                </a:cubicBezTo>
                <a:lnTo>
                  <a:pt x="99364" y="257155"/>
                </a:lnTo>
                <a:cubicBezTo>
                  <a:pt x="99279" y="242611"/>
                  <a:pt x="87515" y="230838"/>
                  <a:pt x="72971" y="230762"/>
                </a:cubicBezTo>
                <a:moveTo>
                  <a:pt x="76742" y="336327"/>
                </a:moveTo>
                <a:cubicBezTo>
                  <a:pt x="76742" y="338413"/>
                  <a:pt x="75047" y="340099"/>
                  <a:pt x="72971" y="340099"/>
                </a:cubicBezTo>
                <a:lnTo>
                  <a:pt x="27727" y="340099"/>
                </a:lnTo>
                <a:cubicBezTo>
                  <a:pt x="25641" y="340099"/>
                  <a:pt x="23955" y="338413"/>
                  <a:pt x="23955" y="336327"/>
                </a:cubicBezTo>
                <a:lnTo>
                  <a:pt x="23955" y="257155"/>
                </a:lnTo>
                <a:cubicBezTo>
                  <a:pt x="23955" y="255069"/>
                  <a:pt x="25641" y="253384"/>
                  <a:pt x="27727" y="253384"/>
                </a:cubicBezTo>
                <a:lnTo>
                  <a:pt x="72971" y="253384"/>
                </a:lnTo>
                <a:cubicBezTo>
                  <a:pt x="75047" y="253384"/>
                  <a:pt x="76742" y="255069"/>
                  <a:pt x="76742" y="257155"/>
                </a:cubicBezTo>
                <a:lnTo>
                  <a:pt x="76742" y="33632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6482315" y="1908174"/>
            <a:ext cx="1409109" cy="542925"/>
            <a:chOff x="6482315" y="1908174"/>
            <a:chExt cx="1409109" cy="542925"/>
          </a:xfrm>
        </p:grpSpPr>
        <p:sp>
          <p:nvSpPr>
            <p:cNvPr id="10" name="TextBox 9"/>
            <p:cNvSpPr txBox="1"/>
            <p:nvPr/>
          </p:nvSpPr>
          <p:spPr>
            <a:xfrm>
              <a:off x="6376632" y="1908174"/>
              <a:ext cx="162047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Users can create and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6632" y="2089149"/>
              <a:ext cx="1620475" cy="1809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control Light and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6632" y="2270124"/>
              <a:ext cx="162047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Fan devices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648316" y="2089150"/>
            <a:ext cx="1135772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"/>
              </a:rPr>
              <a:t>Device Control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607160" y="1184274"/>
            <a:ext cx="1159430" cy="361949"/>
            <a:chOff x="6607160" y="1184274"/>
            <a:chExt cx="1159430" cy="361949"/>
          </a:xfrm>
        </p:grpSpPr>
        <p:sp>
          <p:nvSpPr>
            <p:cNvPr id="15" name="TextBox 14"/>
            <p:cNvSpPr txBox="1"/>
            <p:nvPr/>
          </p:nvSpPr>
          <p:spPr>
            <a:xfrm>
              <a:off x="6520203" y="1184274"/>
              <a:ext cx="1333344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Allows users to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20203" y="1365248"/>
              <a:ext cx="1333344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register and login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648316" y="1274762"/>
            <a:ext cx="9707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"/>
              </a:rPr>
              <a:t>User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316" y="2994024"/>
            <a:ext cx="123243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"/>
              </a:rPr>
              <a:t>Communication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556553" y="2813049"/>
            <a:ext cx="1260643" cy="542925"/>
            <a:chOff x="6556553" y="2813049"/>
            <a:chExt cx="1260643" cy="542925"/>
          </a:xfrm>
        </p:grpSpPr>
        <p:sp>
          <p:nvSpPr>
            <p:cNvPr id="20" name="TextBox 19"/>
            <p:cNvSpPr txBox="1"/>
            <p:nvPr/>
          </p:nvSpPr>
          <p:spPr>
            <a:xfrm>
              <a:off x="6462005" y="2813049"/>
              <a:ext cx="144973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Supports WiFi and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62005" y="2994024"/>
              <a:ext cx="144973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Bluetooth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62005" y="3174999"/>
              <a:ext cx="144973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19100" y="400050"/>
            <a:ext cx="2706766" cy="1371599"/>
            <a:chOff x="419100" y="400050"/>
            <a:chExt cx="2706766" cy="1371599"/>
          </a:xfrm>
        </p:grpSpPr>
        <p:sp>
          <p:nvSpPr>
            <p:cNvPr id="24" name="TextBox 23"/>
            <p:cNvSpPr txBox="1"/>
            <p:nvPr/>
          </p:nvSpPr>
          <p:spPr>
            <a:xfrm>
              <a:off x="419100" y="400050"/>
              <a:ext cx="31127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000000"/>
                  </a:solidFill>
                  <a:latin typeface="Roboto"/>
                </a:rPr>
                <a:t>Smart Home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9100" y="857250"/>
              <a:ext cx="31127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000000"/>
                  </a:solidFill>
                  <a:latin typeface="Roboto"/>
                </a:rPr>
                <a:t>System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9100" y="1314450"/>
              <a:ext cx="3112780" cy="4571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000000"/>
                  </a:solidFill>
                  <a:latin typeface="Roboto"/>
                </a:rPr>
                <a:t>Features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226041" y="641349"/>
            <a:ext cx="133964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"/>
              </a:rPr>
              <a:t>Feature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316" y="3989387"/>
            <a:ext cx="64202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Roboto"/>
              </a:rPr>
              <a:t>Security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679245" y="3717924"/>
            <a:ext cx="1015250" cy="723900"/>
            <a:chOff x="6679245" y="3717924"/>
            <a:chExt cx="1015250" cy="723900"/>
          </a:xfrm>
        </p:grpSpPr>
        <p:sp>
          <p:nvSpPr>
            <p:cNvPr id="30" name="TextBox 29"/>
            <p:cNvSpPr txBox="1"/>
            <p:nvPr/>
          </p:nvSpPr>
          <p:spPr>
            <a:xfrm>
              <a:off x="6603102" y="3717924"/>
              <a:ext cx="116753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Provides basic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03102" y="3898899"/>
              <a:ext cx="116753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security event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03102" y="4079874"/>
              <a:ext cx="116753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handling and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03102" y="4260849"/>
              <a:ext cx="116753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notifications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741535" y="641349"/>
            <a:ext cx="89068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Roboto"/>
              </a:rPr>
              <a:t>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530" y="1765471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567638"/>
                </a:moveTo>
                <a:lnTo>
                  <a:pt x="1816443" y="454111"/>
                </a:lnTo>
                <a:moveTo>
                  <a:pt x="0" y="567638"/>
                </a:moveTo>
                <a:lnTo>
                  <a:pt x="0" y="454111"/>
                </a:lnTo>
                <a:moveTo>
                  <a:pt x="0" y="567638"/>
                </a:moveTo>
                <a:lnTo>
                  <a:pt x="0" y="1021749"/>
                </a:lnTo>
                <a:lnTo>
                  <a:pt x="1012934" y="1021749"/>
                </a:lnTo>
                <a:cubicBezTo>
                  <a:pt x="1255608" y="1021749"/>
                  <a:pt x="1513703" y="1021749"/>
                  <a:pt x="1750219" y="964985"/>
                </a:cubicBezTo>
                <a:cubicBezTo>
                  <a:pt x="1750219" y="964985"/>
                  <a:pt x="1816443" y="879839"/>
                  <a:pt x="1816443" y="567638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8530" y="3014276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567638"/>
                </a:moveTo>
                <a:lnTo>
                  <a:pt x="1816443" y="454111"/>
                </a:lnTo>
                <a:moveTo>
                  <a:pt x="0" y="567638"/>
                </a:moveTo>
                <a:lnTo>
                  <a:pt x="0" y="454111"/>
                </a:lnTo>
                <a:moveTo>
                  <a:pt x="0" y="567638"/>
                </a:moveTo>
                <a:lnTo>
                  <a:pt x="0" y="1021749"/>
                </a:lnTo>
                <a:lnTo>
                  <a:pt x="1300838" y="1021749"/>
                </a:lnTo>
                <a:cubicBezTo>
                  <a:pt x="1397659" y="1021749"/>
                  <a:pt x="1567028" y="1015767"/>
                  <a:pt x="1636691" y="964985"/>
                </a:cubicBezTo>
                <a:lnTo>
                  <a:pt x="1745488" y="875109"/>
                </a:lnTo>
                <a:cubicBezTo>
                  <a:pt x="1778600" y="841997"/>
                  <a:pt x="1809016" y="803290"/>
                  <a:pt x="1812176" y="736176"/>
                </a:cubicBezTo>
                <a:cubicBezTo>
                  <a:pt x="1814413" y="688683"/>
                  <a:pt x="1816443" y="634116"/>
                  <a:pt x="1816443" y="592526"/>
                </a:cubicBezTo>
                <a:lnTo>
                  <a:pt x="1816443" y="567638"/>
                </a:lnTo>
                <a:moveTo>
                  <a:pt x="1811713" y="747390"/>
                </a:moveTo>
                <a:cubicBezTo>
                  <a:pt x="1797522" y="870379"/>
                  <a:pt x="1650882" y="856188"/>
                  <a:pt x="1650882" y="856188"/>
                </a:cubicBezTo>
                <a:cubicBezTo>
                  <a:pt x="1617770" y="941334"/>
                  <a:pt x="1594118" y="993367"/>
                  <a:pt x="1471129" y="1012288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642029" y="1878999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567638"/>
                </a:moveTo>
                <a:lnTo>
                  <a:pt x="1816443" y="454111"/>
                </a:lnTo>
                <a:moveTo>
                  <a:pt x="0" y="567638"/>
                </a:moveTo>
                <a:lnTo>
                  <a:pt x="0" y="454111"/>
                </a:lnTo>
                <a:moveTo>
                  <a:pt x="1816443" y="567638"/>
                </a:moveTo>
                <a:lnTo>
                  <a:pt x="1816443" y="1021749"/>
                </a:lnTo>
                <a:lnTo>
                  <a:pt x="515605" y="1021749"/>
                </a:lnTo>
                <a:cubicBezTo>
                  <a:pt x="418783" y="1021749"/>
                  <a:pt x="249414" y="1015767"/>
                  <a:pt x="179752" y="964985"/>
                </a:cubicBezTo>
                <a:lnTo>
                  <a:pt x="70954" y="875109"/>
                </a:lnTo>
                <a:cubicBezTo>
                  <a:pt x="37842" y="841997"/>
                  <a:pt x="7427" y="803290"/>
                  <a:pt x="4266" y="736176"/>
                </a:cubicBezTo>
                <a:cubicBezTo>
                  <a:pt x="2030" y="688683"/>
                  <a:pt x="0" y="634116"/>
                  <a:pt x="0" y="592526"/>
                </a:cubicBezTo>
                <a:lnTo>
                  <a:pt x="0" y="567638"/>
                </a:lnTo>
                <a:moveTo>
                  <a:pt x="4730" y="747390"/>
                </a:moveTo>
                <a:cubicBezTo>
                  <a:pt x="18921" y="870379"/>
                  <a:pt x="165561" y="856188"/>
                  <a:pt x="165561" y="856188"/>
                </a:cubicBezTo>
                <a:cubicBezTo>
                  <a:pt x="198673" y="941334"/>
                  <a:pt x="222325" y="993367"/>
                  <a:pt x="345313" y="1012288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42029" y="3127804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567638"/>
                </a:moveTo>
                <a:lnTo>
                  <a:pt x="1816443" y="454111"/>
                </a:lnTo>
                <a:moveTo>
                  <a:pt x="0" y="567638"/>
                </a:moveTo>
                <a:lnTo>
                  <a:pt x="0" y="454111"/>
                </a:lnTo>
                <a:moveTo>
                  <a:pt x="1816443" y="567638"/>
                </a:moveTo>
                <a:lnTo>
                  <a:pt x="1816443" y="1021749"/>
                </a:lnTo>
                <a:lnTo>
                  <a:pt x="803508" y="1021749"/>
                </a:lnTo>
                <a:cubicBezTo>
                  <a:pt x="571453" y="1021749"/>
                  <a:pt x="340272" y="993290"/>
                  <a:pt x="115145" y="937008"/>
                </a:cubicBezTo>
                <a:lnTo>
                  <a:pt x="85993" y="929720"/>
                </a:lnTo>
                <a:cubicBezTo>
                  <a:pt x="35454" y="917085"/>
                  <a:pt x="0" y="871676"/>
                  <a:pt x="0" y="819582"/>
                </a:cubicBezTo>
                <a:lnTo>
                  <a:pt x="0" y="567638"/>
                </a:lnTo>
                <a:moveTo>
                  <a:pt x="66224" y="922412"/>
                </a:moveTo>
                <a:cubicBezTo>
                  <a:pt x="156100" y="955525"/>
                  <a:pt x="184482" y="860918"/>
                  <a:pt x="184482" y="860918"/>
                </a:cubicBezTo>
                <a:cubicBezTo>
                  <a:pt x="368439" y="975056"/>
                  <a:pt x="605714" y="997537"/>
                  <a:pt x="766312" y="1021748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5527" y="1765471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0" y="567638"/>
                </a:moveTo>
                <a:lnTo>
                  <a:pt x="0" y="1021749"/>
                </a:lnTo>
                <a:lnTo>
                  <a:pt x="1816443" y="1021749"/>
                </a:lnTo>
                <a:lnTo>
                  <a:pt x="1816443" y="567639"/>
                </a:lnTo>
                <a:moveTo>
                  <a:pt x="1816443" y="567638"/>
                </a:moveTo>
                <a:lnTo>
                  <a:pt x="1816443" y="454110"/>
                </a:lnTo>
                <a:moveTo>
                  <a:pt x="0" y="567638"/>
                </a:moveTo>
                <a:lnTo>
                  <a:pt x="0" y="454110"/>
                </a:lnTo>
                <a:moveTo>
                  <a:pt x="1816443" y="454110"/>
                </a:moveTo>
                <a:lnTo>
                  <a:pt x="1816443" y="0"/>
                </a:lnTo>
                <a:lnTo>
                  <a:pt x="803508" y="0"/>
                </a:lnTo>
                <a:cubicBezTo>
                  <a:pt x="571453" y="0"/>
                  <a:pt x="340272" y="28459"/>
                  <a:pt x="115145" y="84740"/>
                </a:cubicBezTo>
                <a:lnTo>
                  <a:pt x="85993" y="92029"/>
                </a:lnTo>
                <a:cubicBezTo>
                  <a:pt x="35454" y="104664"/>
                  <a:pt x="0" y="150073"/>
                  <a:pt x="0" y="202167"/>
                </a:cubicBezTo>
                <a:lnTo>
                  <a:pt x="0" y="454110"/>
                </a:lnTo>
                <a:moveTo>
                  <a:pt x="66224" y="99336"/>
                </a:moveTo>
                <a:cubicBezTo>
                  <a:pt x="156100" y="66224"/>
                  <a:pt x="184482" y="160831"/>
                  <a:pt x="184482" y="160831"/>
                </a:cubicBezTo>
                <a:cubicBezTo>
                  <a:pt x="368439" y="46693"/>
                  <a:pt x="605714" y="24211"/>
                  <a:pt x="766312" y="1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29026" y="1878999"/>
            <a:ext cx="1816443" cy="1021749"/>
          </a:xfrm>
          <a:custGeom>
            <a:avLst/>
            <a:gdLst/>
            <a:ahLst/>
            <a:cxnLst/>
            <a:rect l="0" t="0" r="0" b="0"/>
            <a:pathLst>
              <a:path w="1816443" h="1021749">
                <a:moveTo>
                  <a:pt x="0" y="567638"/>
                </a:moveTo>
                <a:lnTo>
                  <a:pt x="0" y="1021749"/>
                </a:lnTo>
                <a:lnTo>
                  <a:pt x="1816443" y="1021749"/>
                </a:lnTo>
                <a:lnTo>
                  <a:pt x="1816443" y="567639"/>
                </a:lnTo>
                <a:moveTo>
                  <a:pt x="1816443" y="567638"/>
                </a:moveTo>
                <a:lnTo>
                  <a:pt x="1816443" y="454110"/>
                </a:lnTo>
                <a:moveTo>
                  <a:pt x="0" y="567638"/>
                </a:moveTo>
                <a:lnTo>
                  <a:pt x="0" y="454110"/>
                </a:lnTo>
                <a:moveTo>
                  <a:pt x="0" y="454110"/>
                </a:moveTo>
                <a:lnTo>
                  <a:pt x="0" y="0"/>
                </a:lnTo>
                <a:lnTo>
                  <a:pt x="1012934" y="0"/>
                </a:lnTo>
                <a:cubicBezTo>
                  <a:pt x="1255608" y="0"/>
                  <a:pt x="1513702" y="0"/>
                  <a:pt x="1750219" y="56763"/>
                </a:cubicBezTo>
                <a:cubicBezTo>
                  <a:pt x="1750219" y="56763"/>
                  <a:pt x="1816443" y="141909"/>
                  <a:pt x="1816443" y="454110"/>
                </a:cubicBezTo>
              </a:path>
            </a:pathLst>
          </a:custGeom>
          <a:noFill/>
          <a:ln w="70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06" y="371475"/>
            <a:ext cx="3054179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000000"/>
                </a:solidFill>
                <a:latin typeface="Roboto"/>
              </a:rPr>
              <a:t>Key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34" y="2191201"/>
            <a:ext cx="1171645" cy="170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Roboto"/>
              </a:rPr>
              <a:t>Design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1704" y="2304729"/>
            <a:ext cx="1517093" cy="170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Roboto"/>
              </a:rPr>
              <a:t>Smart Home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8384" y="2191201"/>
            <a:ext cx="1070728" cy="170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Roboto"/>
              </a:rPr>
              <a:t>Device Control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207079" y="2219595"/>
            <a:ext cx="860336" cy="340546"/>
            <a:chOff x="7207079" y="2219595"/>
            <a:chExt cx="860336" cy="340546"/>
          </a:xfrm>
        </p:grpSpPr>
        <p:sp>
          <p:nvSpPr>
            <p:cNvPr id="12" name="TextBox 11"/>
            <p:cNvSpPr txBox="1"/>
            <p:nvPr/>
          </p:nvSpPr>
          <p:spPr>
            <a:xfrm>
              <a:off x="7142554" y="2219595"/>
              <a:ext cx="989386" cy="170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Functionality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42554" y="2389902"/>
              <a:ext cx="989386" cy="170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Separation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63105" y="3440007"/>
            <a:ext cx="1087302" cy="170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Roboto"/>
              </a:rPr>
              <a:t>Secure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8710" y="3553535"/>
            <a:ext cx="1323070" cy="170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Roboto"/>
              </a:rPr>
              <a:t>User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49487" y="2415208"/>
            <a:ext cx="5302526" cy="1205119"/>
          </a:xfrm>
          <a:custGeom>
            <a:avLst/>
            <a:gdLst/>
            <a:ahLst/>
            <a:cxnLst/>
            <a:rect l="0" t="0" r="0" b="0"/>
            <a:pathLst>
              <a:path w="5302526" h="1205119">
                <a:moveTo>
                  <a:pt x="0" y="1205119"/>
                </a:moveTo>
                <a:lnTo>
                  <a:pt x="1726599" y="1205119"/>
                </a:lnTo>
                <a:cubicBezTo>
                  <a:pt x="1787293" y="1205119"/>
                  <a:pt x="1842808" y="1170920"/>
                  <a:pt x="1870109" y="1116712"/>
                </a:cubicBezTo>
                <a:lnTo>
                  <a:pt x="1993483" y="871735"/>
                </a:lnTo>
                <a:cubicBezTo>
                  <a:pt x="2020784" y="817527"/>
                  <a:pt x="2076299" y="783327"/>
                  <a:pt x="2136994" y="783327"/>
                </a:cubicBezTo>
                <a:lnTo>
                  <a:pt x="3164557" y="783327"/>
                </a:lnTo>
                <a:cubicBezTo>
                  <a:pt x="3225419" y="783327"/>
                  <a:pt x="3281057" y="817713"/>
                  <a:pt x="3308276" y="872150"/>
                </a:cubicBezTo>
                <a:lnTo>
                  <a:pt x="3430349" y="1116296"/>
                </a:lnTo>
                <a:cubicBezTo>
                  <a:pt x="3457568" y="1170733"/>
                  <a:pt x="3513206" y="1205119"/>
                  <a:pt x="3574068" y="1205119"/>
                </a:cubicBezTo>
                <a:lnTo>
                  <a:pt x="5302526" y="1205119"/>
                </a:lnTo>
                <a:moveTo>
                  <a:pt x="0" y="0"/>
                </a:moveTo>
                <a:lnTo>
                  <a:pt x="1728321" y="0"/>
                </a:lnTo>
                <a:cubicBezTo>
                  <a:pt x="1789254" y="0"/>
                  <a:pt x="1844944" y="34466"/>
                  <a:pt x="1872128" y="89000"/>
                </a:cubicBezTo>
                <a:lnTo>
                  <a:pt x="1993644" y="332781"/>
                </a:lnTo>
                <a:cubicBezTo>
                  <a:pt x="2020827" y="387315"/>
                  <a:pt x="2076518" y="421781"/>
                  <a:pt x="2137451" y="421781"/>
                </a:cubicBezTo>
                <a:lnTo>
                  <a:pt x="3164558" y="421781"/>
                </a:lnTo>
                <a:cubicBezTo>
                  <a:pt x="3225420" y="421781"/>
                  <a:pt x="3281057" y="387395"/>
                  <a:pt x="3308276" y="332960"/>
                </a:cubicBezTo>
                <a:lnTo>
                  <a:pt x="3430349" y="88821"/>
                </a:lnTo>
                <a:cubicBezTo>
                  <a:pt x="3457567" y="34386"/>
                  <a:pt x="3513205" y="0"/>
                  <a:pt x="3574066" y="0"/>
                </a:cubicBezTo>
                <a:lnTo>
                  <a:pt x="5302526" y="0"/>
                </a:lnTo>
              </a:path>
            </a:pathLst>
          </a:custGeom>
          <a:noFill/>
          <a:ln w="75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49486" y="2600998"/>
            <a:ext cx="547325" cy="833541"/>
          </a:xfrm>
          <a:custGeom>
            <a:avLst/>
            <a:gdLst/>
            <a:ahLst/>
            <a:cxnLst/>
            <a:rect l="0" t="0" r="0" b="0"/>
            <a:pathLst>
              <a:path w="547325" h="833541">
                <a:moveTo>
                  <a:pt x="0" y="416770"/>
                </a:moveTo>
                <a:lnTo>
                  <a:pt x="547325" y="416770"/>
                </a:lnTo>
                <a:moveTo>
                  <a:pt x="547325" y="416770"/>
                </a:moveTo>
                <a:lnTo>
                  <a:pt x="421791" y="276173"/>
                </a:lnTo>
                <a:moveTo>
                  <a:pt x="547325" y="416770"/>
                </a:moveTo>
                <a:lnTo>
                  <a:pt x="421791" y="557367"/>
                </a:lnTo>
                <a:moveTo>
                  <a:pt x="0" y="738135"/>
                </a:moveTo>
                <a:lnTo>
                  <a:pt x="366557" y="738135"/>
                </a:lnTo>
                <a:moveTo>
                  <a:pt x="366557" y="738135"/>
                </a:moveTo>
                <a:lnTo>
                  <a:pt x="281194" y="642730"/>
                </a:lnTo>
                <a:moveTo>
                  <a:pt x="366557" y="738135"/>
                </a:moveTo>
                <a:lnTo>
                  <a:pt x="281194" y="833541"/>
                </a:lnTo>
                <a:moveTo>
                  <a:pt x="0" y="95405"/>
                </a:moveTo>
                <a:lnTo>
                  <a:pt x="366557" y="95405"/>
                </a:lnTo>
                <a:moveTo>
                  <a:pt x="366557" y="95405"/>
                </a:moveTo>
                <a:lnTo>
                  <a:pt x="281194" y="0"/>
                </a:lnTo>
                <a:moveTo>
                  <a:pt x="366557" y="95405"/>
                </a:moveTo>
                <a:lnTo>
                  <a:pt x="281194" y="190810"/>
                </a:lnTo>
              </a:path>
            </a:pathLst>
          </a:custGeom>
          <a:noFill/>
          <a:ln w="75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31961" y="2616062"/>
            <a:ext cx="3956809" cy="803413"/>
          </a:xfrm>
          <a:custGeom>
            <a:avLst/>
            <a:gdLst/>
            <a:ahLst/>
            <a:cxnLst/>
            <a:rect l="0" t="0" r="0" b="0"/>
            <a:pathLst>
              <a:path w="3956809" h="803413">
                <a:moveTo>
                  <a:pt x="903839" y="401706"/>
                </a:moveTo>
                <a:cubicBezTo>
                  <a:pt x="903839" y="357335"/>
                  <a:pt x="939809" y="321365"/>
                  <a:pt x="984181" y="321365"/>
                </a:cubicBezTo>
                <a:cubicBezTo>
                  <a:pt x="1028552" y="321365"/>
                  <a:pt x="1064522" y="357335"/>
                  <a:pt x="1064522" y="401706"/>
                </a:cubicBezTo>
                <a:cubicBezTo>
                  <a:pt x="1064522" y="446077"/>
                  <a:pt x="1028552" y="482047"/>
                  <a:pt x="984181" y="482047"/>
                </a:cubicBezTo>
                <a:cubicBezTo>
                  <a:pt x="939809" y="482047"/>
                  <a:pt x="903839" y="446077"/>
                  <a:pt x="903839" y="401706"/>
                </a:cubicBezTo>
                <a:close/>
                <a:moveTo>
                  <a:pt x="1626911" y="401706"/>
                </a:moveTo>
                <a:cubicBezTo>
                  <a:pt x="1626911" y="357335"/>
                  <a:pt x="1662881" y="321365"/>
                  <a:pt x="1707252" y="321365"/>
                </a:cubicBezTo>
                <a:cubicBezTo>
                  <a:pt x="1751624" y="321365"/>
                  <a:pt x="1787594" y="357335"/>
                  <a:pt x="1787594" y="401706"/>
                </a:cubicBezTo>
                <a:cubicBezTo>
                  <a:pt x="1787594" y="446077"/>
                  <a:pt x="1751624" y="482047"/>
                  <a:pt x="1707252" y="482047"/>
                </a:cubicBezTo>
                <a:cubicBezTo>
                  <a:pt x="1662881" y="482047"/>
                  <a:pt x="1626911" y="446077"/>
                  <a:pt x="1626911" y="401706"/>
                </a:cubicBezTo>
                <a:close/>
                <a:moveTo>
                  <a:pt x="1265375" y="401706"/>
                </a:moveTo>
                <a:cubicBezTo>
                  <a:pt x="1265375" y="357335"/>
                  <a:pt x="1301345" y="321365"/>
                  <a:pt x="1345716" y="321365"/>
                </a:cubicBezTo>
                <a:cubicBezTo>
                  <a:pt x="1390088" y="321365"/>
                  <a:pt x="1426058" y="357335"/>
                  <a:pt x="1426058" y="401706"/>
                </a:cubicBezTo>
                <a:cubicBezTo>
                  <a:pt x="1426058" y="446077"/>
                  <a:pt x="1390088" y="482047"/>
                  <a:pt x="1345716" y="482047"/>
                </a:cubicBezTo>
                <a:cubicBezTo>
                  <a:pt x="1301345" y="482047"/>
                  <a:pt x="1265375" y="446077"/>
                  <a:pt x="1265375" y="401706"/>
                </a:cubicBezTo>
                <a:close/>
                <a:moveTo>
                  <a:pt x="1988447" y="401706"/>
                </a:moveTo>
                <a:cubicBezTo>
                  <a:pt x="1988447" y="357335"/>
                  <a:pt x="2024417" y="321365"/>
                  <a:pt x="2068788" y="321365"/>
                </a:cubicBezTo>
                <a:cubicBezTo>
                  <a:pt x="2113160" y="321365"/>
                  <a:pt x="2149129" y="357335"/>
                  <a:pt x="2149129" y="401706"/>
                </a:cubicBezTo>
                <a:cubicBezTo>
                  <a:pt x="2149129" y="446077"/>
                  <a:pt x="2113160" y="482047"/>
                  <a:pt x="2068788" y="482047"/>
                </a:cubicBezTo>
                <a:cubicBezTo>
                  <a:pt x="2024417" y="482047"/>
                  <a:pt x="1988447" y="446077"/>
                  <a:pt x="1988447" y="401706"/>
                </a:cubicBezTo>
                <a:close/>
                <a:moveTo>
                  <a:pt x="2349983" y="401706"/>
                </a:moveTo>
                <a:cubicBezTo>
                  <a:pt x="2349983" y="357335"/>
                  <a:pt x="2385952" y="321365"/>
                  <a:pt x="2430324" y="321365"/>
                </a:cubicBezTo>
                <a:cubicBezTo>
                  <a:pt x="2474696" y="321365"/>
                  <a:pt x="2510665" y="357335"/>
                  <a:pt x="2510665" y="401706"/>
                </a:cubicBezTo>
                <a:cubicBezTo>
                  <a:pt x="2510665" y="446077"/>
                  <a:pt x="2474696" y="482047"/>
                  <a:pt x="2430324" y="482047"/>
                </a:cubicBezTo>
                <a:cubicBezTo>
                  <a:pt x="2385952" y="482047"/>
                  <a:pt x="2349983" y="446077"/>
                  <a:pt x="2349983" y="401706"/>
                </a:cubicBezTo>
                <a:close/>
                <a:moveTo>
                  <a:pt x="2711519" y="401706"/>
                </a:moveTo>
                <a:cubicBezTo>
                  <a:pt x="2711519" y="357335"/>
                  <a:pt x="2747488" y="321365"/>
                  <a:pt x="2791860" y="321365"/>
                </a:cubicBezTo>
                <a:cubicBezTo>
                  <a:pt x="2836232" y="321365"/>
                  <a:pt x="2872201" y="357335"/>
                  <a:pt x="2872201" y="401706"/>
                </a:cubicBezTo>
                <a:cubicBezTo>
                  <a:pt x="2872201" y="446077"/>
                  <a:pt x="2836232" y="482047"/>
                  <a:pt x="2791860" y="482047"/>
                </a:cubicBezTo>
                <a:cubicBezTo>
                  <a:pt x="2747488" y="482047"/>
                  <a:pt x="2711519" y="446077"/>
                  <a:pt x="2711519" y="401706"/>
                </a:cubicBezTo>
                <a:close/>
                <a:moveTo>
                  <a:pt x="3073055" y="401706"/>
                </a:moveTo>
                <a:cubicBezTo>
                  <a:pt x="3073055" y="357335"/>
                  <a:pt x="3109024" y="321365"/>
                  <a:pt x="3153396" y="321365"/>
                </a:cubicBezTo>
                <a:cubicBezTo>
                  <a:pt x="3197767" y="321365"/>
                  <a:pt x="3233737" y="357335"/>
                  <a:pt x="3233737" y="401706"/>
                </a:cubicBezTo>
                <a:cubicBezTo>
                  <a:pt x="3233737" y="446077"/>
                  <a:pt x="3197767" y="482047"/>
                  <a:pt x="3153396" y="482047"/>
                </a:cubicBezTo>
                <a:cubicBezTo>
                  <a:pt x="3109024" y="482047"/>
                  <a:pt x="3073055" y="446077"/>
                  <a:pt x="3073055" y="401706"/>
                </a:cubicBezTo>
                <a:close/>
                <a:moveTo>
                  <a:pt x="3434590" y="401706"/>
                </a:moveTo>
                <a:cubicBezTo>
                  <a:pt x="3434590" y="357335"/>
                  <a:pt x="3470560" y="321365"/>
                  <a:pt x="3514932" y="321365"/>
                </a:cubicBezTo>
                <a:cubicBezTo>
                  <a:pt x="3559303" y="321365"/>
                  <a:pt x="3595273" y="357335"/>
                  <a:pt x="3595273" y="401706"/>
                </a:cubicBezTo>
                <a:cubicBezTo>
                  <a:pt x="3595273" y="446077"/>
                  <a:pt x="3559303" y="482047"/>
                  <a:pt x="3514932" y="482047"/>
                </a:cubicBezTo>
                <a:cubicBezTo>
                  <a:pt x="3470560" y="482047"/>
                  <a:pt x="3434590" y="446077"/>
                  <a:pt x="3434590" y="401706"/>
                </a:cubicBezTo>
                <a:close/>
                <a:moveTo>
                  <a:pt x="3796126" y="401706"/>
                </a:moveTo>
                <a:cubicBezTo>
                  <a:pt x="3796126" y="357335"/>
                  <a:pt x="3832096" y="321365"/>
                  <a:pt x="3876468" y="321365"/>
                </a:cubicBezTo>
                <a:cubicBezTo>
                  <a:pt x="3920839" y="321365"/>
                  <a:pt x="3956809" y="357335"/>
                  <a:pt x="3956809" y="401706"/>
                </a:cubicBezTo>
                <a:cubicBezTo>
                  <a:pt x="3956809" y="446077"/>
                  <a:pt x="3920839" y="482047"/>
                  <a:pt x="3876468" y="482047"/>
                </a:cubicBezTo>
                <a:cubicBezTo>
                  <a:pt x="3832096" y="482047"/>
                  <a:pt x="3796126" y="446077"/>
                  <a:pt x="3796126" y="401706"/>
                </a:cubicBezTo>
                <a:close/>
                <a:moveTo>
                  <a:pt x="0" y="80341"/>
                </a:moveTo>
                <a:cubicBezTo>
                  <a:pt x="0" y="35969"/>
                  <a:pt x="35969" y="0"/>
                  <a:pt x="80341" y="0"/>
                </a:cubicBezTo>
                <a:cubicBezTo>
                  <a:pt x="124712" y="0"/>
                  <a:pt x="160682" y="35969"/>
                  <a:pt x="160682" y="80341"/>
                </a:cubicBezTo>
                <a:cubicBezTo>
                  <a:pt x="160682" y="124712"/>
                  <a:pt x="124712" y="160682"/>
                  <a:pt x="80341" y="160682"/>
                </a:cubicBezTo>
                <a:cubicBezTo>
                  <a:pt x="35969" y="160682"/>
                  <a:pt x="0" y="124712"/>
                  <a:pt x="0" y="80341"/>
                </a:cubicBezTo>
                <a:close/>
                <a:moveTo>
                  <a:pt x="0" y="723071"/>
                </a:moveTo>
                <a:cubicBezTo>
                  <a:pt x="0" y="678700"/>
                  <a:pt x="35969" y="642730"/>
                  <a:pt x="80341" y="642730"/>
                </a:cubicBezTo>
                <a:cubicBezTo>
                  <a:pt x="124712" y="642730"/>
                  <a:pt x="160682" y="678700"/>
                  <a:pt x="160682" y="723071"/>
                </a:cubicBezTo>
                <a:cubicBezTo>
                  <a:pt x="160682" y="767443"/>
                  <a:pt x="124712" y="803413"/>
                  <a:pt x="80341" y="803413"/>
                </a:cubicBezTo>
                <a:cubicBezTo>
                  <a:pt x="35969" y="803413"/>
                  <a:pt x="0" y="767443"/>
                  <a:pt x="0" y="723071"/>
                </a:cubicBezTo>
                <a:close/>
                <a:moveTo>
                  <a:pt x="180767" y="401706"/>
                </a:moveTo>
                <a:cubicBezTo>
                  <a:pt x="180767" y="357335"/>
                  <a:pt x="216737" y="321365"/>
                  <a:pt x="261109" y="321365"/>
                </a:cubicBezTo>
                <a:cubicBezTo>
                  <a:pt x="305480" y="321365"/>
                  <a:pt x="341450" y="357335"/>
                  <a:pt x="341450" y="401706"/>
                </a:cubicBezTo>
                <a:cubicBezTo>
                  <a:pt x="341450" y="446077"/>
                  <a:pt x="305480" y="482047"/>
                  <a:pt x="261109" y="482047"/>
                </a:cubicBezTo>
                <a:cubicBezTo>
                  <a:pt x="216737" y="482047"/>
                  <a:pt x="180767" y="446077"/>
                  <a:pt x="180767" y="401706"/>
                </a:cubicBezTo>
                <a:close/>
                <a:moveTo>
                  <a:pt x="361535" y="80341"/>
                </a:moveTo>
                <a:cubicBezTo>
                  <a:pt x="361535" y="35969"/>
                  <a:pt x="397505" y="0"/>
                  <a:pt x="441877" y="0"/>
                </a:cubicBezTo>
                <a:cubicBezTo>
                  <a:pt x="486248" y="0"/>
                  <a:pt x="522218" y="35969"/>
                  <a:pt x="522218" y="80341"/>
                </a:cubicBezTo>
                <a:cubicBezTo>
                  <a:pt x="522218" y="124712"/>
                  <a:pt x="486248" y="160682"/>
                  <a:pt x="441877" y="160682"/>
                </a:cubicBezTo>
                <a:cubicBezTo>
                  <a:pt x="397505" y="160682"/>
                  <a:pt x="361535" y="124712"/>
                  <a:pt x="361535" y="80341"/>
                </a:cubicBezTo>
                <a:close/>
                <a:moveTo>
                  <a:pt x="361535" y="723071"/>
                </a:moveTo>
                <a:cubicBezTo>
                  <a:pt x="361535" y="678700"/>
                  <a:pt x="397505" y="642730"/>
                  <a:pt x="441877" y="642730"/>
                </a:cubicBezTo>
                <a:cubicBezTo>
                  <a:pt x="486248" y="642730"/>
                  <a:pt x="522218" y="678700"/>
                  <a:pt x="522218" y="723071"/>
                </a:cubicBezTo>
                <a:cubicBezTo>
                  <a:pt x="522218" y="767443"/>
                  <a:pt x="486248" y="803413"/>
                  <a:pt x="441877" y="803413"/>
                </a:cubicBezTo>
                <a:cubicBezTo>
                  <a:pt x="397505" y="803413"/>
                  <a:pt x="361535" y="767443"/>
                  <a:pt x="361535" y="723071"/>
                </a:cubicBezTo>
                <a:close/>
                <a:moveTo>
                  <a:pt x="542303" y="401706"/>
                </a:moveTo>
                <a:cubicBezTo>
                  <a:pt x="542303" y="357335"/>
                  <a:pt x="578273" y="321365"/>
                  <a:pt x="622645" y="321365"/>
                </a:cubicBezTo>
                <a:cubicBezTo>
                  <a:pt x="667016" y="321365"/>
                  <a:pt x="702986" y="357335"/>
                  <a:pt x="702986" y="401706"/>
                </a:cubicBezTo>
                <a:cubicBezTo>
                  <a:pt x="702986" y="446077"/>
                  <a:pt x="667016" y="482047"/>
                  <a:pt x="622645" y="482047"/>
                </a:cubicBezTo>
                <a:cubicBezTo>
                  <a:pt x="578273" y="482047"/>
                  <a:pt x="542303" y="446077"/>
                  <a:pt x="542303" y="401706"/>
                </a:cubicBezTo>
                <a:close/>
                <a:moveTo>
                  <a:pt x="723071" y="80341"/>
                </a:moveTo>
                <a:cubicBezTo>
                  <a:pt x="723071" y="35969"/>
                  <a:pt x="759041" y="0"/>
                  <a:pt x="803413" y="0"/>
                </a:cubicBezTo>
                <a:cubicBezTo>
                  <a:pt x="847784" y="0"/>
                  <a:pt x="883754" y="35969"/>
                  <a:pt x="883754" y="80341"/>
                </a:cubicBezTo>
                <a:cubicBezTo>
                  <a:pt x="883754" y="124712"/>
                  <a:pt x="847784" y="160682"/>
                  <a:pt x="803413" y="160682"/>
                </a:cubicBezTo>
                <a:cubicBezTo>
                  <a:pt x="759041" y="160682"/>
                  <a:pt x="723071" y="124712"/>
                  <a:pt x="723071" y="80341"/>
                </a:cubicBezTo>
                <a:close/>
                <a:moveTo>
                  <a:pt x="1084607" y="80341"/>
                </a:moveTo>
                <a:cubicBezTo>
                  <a:pt x="1084607" y="35969"/>
                  <a:pt x="1120577" y="0"/>
                  <a:pt x="1164948" y="0"/>
                </a:cubicBezTo>
                <a:cubicBezTo>
                  <a:pt x="1209320" y="0"/>
                  <a:pt x="1245290" y="35969"/>
                  <a:pt x="1245290" y="80341"/>
                </a:cubicBezTo>
                <a:cubicBezTo>
                  <a:pt x="1245290" y="124712"/>
                  <a:pt x="1209320" y="160682"/>
                  <a:pt x="1164948" y="160682"/>
                </a:cubicBezTo>
                <a:cubicBezTo>
                  <a:pt x="1120577" y="160682"/>
                  <a:pt x="1084607" y="124712"/>
                  <a:pt x="1084607" y="80341"/>
                </a:cubicBezTo>
                <a:close/>
                <a:moveTo>
                  <a:pt x="723071" y="723071"/>
                </a:moveTo>
                <a:cubicBezTo>
                  <a:pt x="723071" y="678700"/>
                  <a:pt x="759041" y="642730"/>
                  <a:pt x="803413" y="642730"/>
                </a:cubicBezTo>
                <a:cubicBezTo>
                  <a:pt x="847784" y="642730"/>
                  <a:pt x="883754" y="678700"/>
                  <a:pt x="883754" y="723071"/>
                </a:cubicBezTo>
                <a:cubicBezTo>
                  <a:pt x="883754" y="767443"/>
                  <a:pt x="847784" y="803413"/>
                  <a:pt x="803413" y="803413"/>
                </a:cubicBezTo>
                <a:cubicBezTo>
                  <a:pt x="759041" y="803413"/>
                  <a:pt x="723071" y="767443"/>
                  <a:pt x="723071" y="723071"/>
                </a:cubicBezTo>
                <a:close/>
                <a:moveTo>
                  <a:pt x="1084607" y="723071"/>
                </a:moveTo>
                <a:cubicBezTo>
                  <a:pt x="1084607" y="678700"/>
                  <a:pt x="1120577" y="642730"/>
                  <a:pt x="1164948" y="642730"/>
                </a:cubicBezTo>
                <a:cubicBezTo>
                  <a:pt x="1209320" y="642730"/>
                  <a:pt x="1245290" y="678700"/>
                  <a:pt x="1245290" y="723071"/>
                </a:cubicBezTo>
                <a:cubicBezTo>
                  <a:pt x="1245290" y="767443"/>
                  <a:pt x="1209320" y="803413"/>
                  <a:pt x="1164948" y="803413"/>
                </a:cubicBezTo>
                <a:cubicBezTo>
                  <a:pt x="1120577" y="803413"/>
                  <a:pt x="1084607" y="767443"/>
                  <a:pt x="1084607" y="723071"/>
                </a:cubicBezTo>
                <a:close/>
              </a:path>
            </a:pathLst>
          </a:custGeom>
          <a:noFill/>
          <a:ln w="75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09708" y="2877170"/>
            <a:ext cx="542303" cy="281194"/>
          </a:xfrm>
          <a:custGeom>
            <a:avLst/>
            <a:gdLst/>
            <a:ahLst/>
            <a:cxnLst/>
            <a:rect l="0" t="0" r="0" b="0"/>
            <a:pathLst>
              <a:path w="542303" h="281194">
                <a:moveTo>
                  <a:pt x="0" y="140597"/>
                </a:moveTo>
                <a:lnTo>
                  <a:pt x="542303" y="140597"/>
                </a:lnTo>
                <a:moveTo>
                  <a:pt x="542303" y="140597"/>
                </a:moveTo>
                <a:lnTo>
                  <a:pt x="416834" y="0"/>
                </a:lnTo>
                <a:moveTo>
                  <a:pt x="542303" y="140597"/>
                </a:moveTo>
                <a:lnTo>
                  <a:pt x="416834" y="281194"/>
                </a:lnTo>
              </a:path>
            </a:pathLst>
          </a:custGeom>
          <a:noFill/>
          <a:ln w="752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525" y="371475"/>
            <a:ext cx="361720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Roboto"/>
              </a:rPr>
              <a:t>System Workflow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90525" y="1374317"/>
            <a:ext cx="2447925" cy="3047503"/>
            <a:chOff x="390525" y="1374317"/>
            <a:chExt cx="2447925" cy="3047503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1374317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User interaction flow from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1628253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registration to device control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1882190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and security alerts: User →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2136126"/>
              <a:ext cx="2815113" cy="2540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Register/Login → Home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2390158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Menu → Create Device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2644094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Select Device 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2898031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ON/OFF/Status. Security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0525" y="3151967"/>
              <a:ext cx="2815113" cy="2540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branch: Wrong Pass-word →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525" y="3405999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Notification → House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3659936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Owner; Security Event →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3913872"/>
              <a:ext cx="281511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Security Handlers →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525" y="4167808"/>
              <a:ext cx="2815113" cy="254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Notification.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56125" y="1878496"/>
            <a:ext cx="1066359" cy="377415"/>
          </a:xfrm>
          <a:custGeom>
            <a:avLst/>
            <a:gdLst/>
            <a:ahLst/>
            <a:cxnLst/>
            <a:rect l="0" t="0" r="0" b="0"/>
            <a:pathLst>
              <a:path w="1066359" h="377415">
                <a:moveTo>
                  <a:pt x="125805" y="0"/>
                </a:moveTo>
                <a:lnTo>
                  <a:pt x="1066359" y="0"/>
                </a:lnTo>
                <a:moveTo>
                  <a:pt x="1066359" y="377415"/>
                </a:moveTo>
                <a:lnTo>
                  <a:pt x="125805" y="377415"/>
                </a:lnTo>
                <a:moveTo>
                  <a:pt x="125805" y="377415"/>
                </a:moveTo>
                <a:lnTo>
                  <a:pt x="0" y="188707"/>
                </a:lnTo>
                <a:lnTo>
                  <a:pt x="125805" y="0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25140" y="2339782"/>
            <a:ext cx="1397294" cy="377415"/>
          </a:xfrm>
          <a:custGeom>
            <a:avLst/>
            <a:gdLst/>
            <a:ahLst/>
            <a:cxnLst/>
            <a:rect l="0" t="0" r="0" b="0"/>
            <a:pathLst>
              <a:path w="1397294" h="377415">
                <a:moveTo>
                  <a:pt x="125805" y="0"/>
                </a:moveTo>
                <a:lnTo>
                  <a:pt x="1397294" y="0"/>
                </a:lnTo>
                <a:moveTo>
                  <a:pt x="1397294" y="377415"/>
                </a:moveTo>
                <a:lnTo>
                  <a:pt x="125805" y="377415"/>
                </a:lnTo>
                <a:moveTo>
                  <a:pt x="125805" y="377415"/>
                </a:moveTo>
                <a:lnTo>
                  <a:pt x="0" y="188707"/>
                </a:lnTo>
                <a:lnTo>
                  <a:pt x="125805" y="0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34143" y="2801066"/>
            <a:ext cx="888341" cy="377415"/>
          </a:xfrm>
          <a:custGeom>
            <a:avLst/>
            <a:gdLst/>
            <a:ahLst/>
            <a:cxnLst/>
            <a:rect l="0" t="0" r="0" b="0"/>
            <a:pathLst>
              <a:path w="888341" h="377415">
                <a:moveTo>
                  <a:pt x="125805" y="0"/>
                </a:moveTo>
                <a:lnTo>
                  <a:pt x="888341" y="0"/>
                </a:lnTo>
                <a:moveTo>
                  <a:pt x="888341" y="377415"/>
                </a:moveTo>
                <a:lnTo>
                  <a:pt x="125805" y="377415"/>
                </a:lnTo>
                <a:moveTo>
                  <a:pt x="125805" y="377415"/>
                </a:moveTo>
                <a:lnTo>
                  <a:pt x="0" y="188707"/>
                </a:lnTo>
                <a:lnTo>
                  <a:pt x="125805" y="0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37661" y="3262354"/>
            <a:ext cx="1284823" cy="503195"/>
          </a:xfrm>
          <a:custGeom>
            <a:avLst/>
            <a:gdLst/>
            <a:ahLst/>
            <a:cxnLst/>
            <a:rect l="0" t="0" r="0" b="0"/>
            <a:pathLst>
              <a:path w="1284823" h="503195">
                <a:moveTo>
                  <a:pt x="125805" y="0"/>
                </a:moveTo>
                <a:lnTo>
                  <a:pt x="1284823" y="0"/>
                </a:lnTo>
                <a:moveTo>
                  <a:pt x="1284823" y="503195"/>
                </a:moveTo>
                <a:lnTo>
                  <a:pt x="125805" y="503195"/>
                </a:lnTo>
                <a:moveTo>
                  <a:pt x="125805" y="503195"/>
                </a:moveTo>
                <a:lnTo>
                  <a:pt x="0" y="251597"/>
                </a:lnTo>
                <a:lnTo>
                  <a:pt x="125805" y="0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4508506" y="1710755"/>
            <a:ext cx="167740" cy="2844570"/>
            <a:chOff x="4508506" y="1710755"/>
            <a:chExt cx="167740" cy="2844570"/>
          </a:xfrm>
        </p:grpSpPr>
        <p:sp>
          <p:nvSpPr>
            <p:cNvPr id="6" name="Rounded Rectangle 5"/>
            <p:cNvSpPr/>
            <p:nvPr/>
          </p:nvSpPr>
          <p:spPr>
            <a:xfrm>
              <a:off x="4529473" y="1794625"/>
              <a:ext cx="125805" cy="2760700"/>
            </a:xfrm>
            <a:custGeom>
              <a:avLst/>
              <a:gdLst/>
              <a:ahLst/>
              <a:cxnLst/>
              <a:rect l="0" t="0" r="0" b="0"/>
              <a:pathLst>
                <a:path w="125805" h="2760700">
                  <a:moveTo>
                    <a:pt x="125805" y="2641884"/>
                  </a:moveTo>
                  <a:lnTo>
                    <a:pt x="125805" y="1970923"/>
                  </a:lnTo>
                  <a:moveTo>
                    <a:pt x="0" y="2760700"/>
                  </a:moveTo>
                  <a:lnTo>
                    <a:pt x="0" y="1970923"/>
                  </a:lnTo>
                  <a:moveTo>
                    <a:pt x="125805" y="1970923"/>
                  </a:moveTo>
                  <a:lnTo>
                    <a:pt x="125805" y="0"/>
                  </a:lnTo>
                  <a:moveTo>
                    <a:pt x="0" y="1970923"/>
                  </a:moveTo>
                  <a:lnTo>
                    <a:pt x="0" y="0"/>
                  </a:lnTo>
                </a:path>
              </a:pathLst>
            </a:custGeom>
            <a:noFill/>
            <a:ln w="524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08506" y="1710755"/>
              <a:ext cx="167740" cy="83870"/>
            </a:xfrm>
            <a:custGeom>
              <a:avLst/>
              <a:gdLst/>
              <a:ahLst/>
              <a:cxnLst/>
              <a:rect l="0" t="0" r="0" b="0"/>
              <a:pathLst>
                <a:path w="167740" h="83870">
                  <a:moveTo>
                    <a:pt x="0" y="0"/>
                  </a:moveTo>
                  <a:lnTo>
                    <a:pt x="167740" y="0"/>
                  </a:lnTo>
                  <a:lnTo>
                    <a:pt x="167740" y="83870"/>
                  </a:lnTo>
                  <a:lnTo>
                    <a:pt x="0" y="8387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24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4284852" y="4387653"/>
            <a:ext cx="615047" cy="174157"/>
          </a:xfrm>
          <a:custGeom>
            <a:avLst/>
            <a:gdLst/>
            <a:ahLst/>
            <a:cxnLst/>
            <a:rect l="0" t="0" r="0" b="0"/>
            <a:pathLst>
              <a:path w="615047" h="174157">
                <a:moveTo>
                  <a:pt x="325347" y="173890"/>
                </a:moveTo>
                <a:cubicBezTo>
                  <a:pt x="325347" y="173890"/>
                  <a:pt x="330589" y="132025"/>
                  <a:pt x="277751" y="124267"/>
                </a:cubicBezTo>
                <a:cubicBezTo>
                  <a:pt x="332895" y="101552"/>
                  <a:pt x="352326" y="136708"/>
                  <a:pt x="352326" y="136708"/>
                </a:cubicBezTo>
                <a:cubicBezTo>
                  <a:pt x="352326" y="136708"/>
                  <a:pt x="345755" y="32849"/>
                  <a:pt x="423755" y="0"/>
                </a:cubicBezTo>
                <a:cubicBezTo>
                  <a:pt x="401599" y="26349"/>
                  <a:pt x="396358" y="73526"/>
                  <a:pt x="409358" y="111826"/>
                </a:cubicBezTo>
                <a:cubicBezTo>
                  <a:pt x="440390" y="90090"/>
                  <a:pt x="481556" y="94773"/>
                  <a:pt x="495534" y="116509"/>
                </a:cubicBezTo>
                <a:cubicBezTo>
                  <a:pt x="466040" y="100923"/>
                  <a:pt x="418581" y="129077"/>
                  <a:pt x="426339" y="174157"/>
                </a:cubicBezTo>
                <a:moveTo>
                  <a:pt x="426339" y="174157"/>
                </a:moveTo>
                <a:lnTo>
                  <a:pt x="615047" y="174157"/>
                </a:lnTo>
                <a:moveTo>
                  <a:pt x="0" y="174157"/>
                </a:moveTo>
                <a:lnTo>
                  <a:pt x="324996" y="174157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2268" y="2130107"/>
            <a:ext cx="1356590" cy="377415"/>
          </a:xfrm>
          <a:custGeom>
            <a:avLst/>
            <a:gdLst/>
            <a:ahLst/>
            <a:cxnLst/>
            <a:rect l="0" t="0" r="0" b="0"/>
            <a:pathLst>
              <a:path w="1356590" h="377415">
                <a:moveTo>
                  <a:pt x="1230785" y="377415"/>
                </a:moveTo>
                <a:lnTo>
                  <a:pt x="0" y="377415"/>
                </a:lnTo>
                <a:moveTo>
                  <a:pt x="0" y="0"/>
                </a:moveTo>
                <a:lnTo>
                  <a:pt x="1230785" y="0"/>
                </a:lnTo>
                <a:moveTo>
                  <a:pt x="1230785" y="0"/>
                </a:moveTo>
                <a:lnTo>
                  <a:pt x="1356590" y="188707"/>
                </a:lnTo>
                <a:lnTo>
                  <a:pt x="1230785" y="377415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2268" y="2591392"/>
            <a:ext cx="928152" cy="377415"/>
          </a:xfrm>
          <a:custGeom>
            <a:avLst/>
            <a:gdLst/>
            <a:ahLst/>
            <a:cxnLst/>
            <a:rect l="0" t="0" r="0" b="0"/>
            <a:pathLst>
              <a:path w="928152" h="377415">
                <a:moveTo>
                  <a:pt x="802347" y="377415"/>
                </a:moveTo>
                <a:lnTo>
                  <a:pt x="0" y="377415"/>
                </a:lnTo>
                <a:moveTo>
                  <a:pt x="0" y="0"/>
                </a:moveTo>
                <a:lnTo>
                  <a:pt x="802347" y="0"/>
                </a:lnTo>
                <a:moveTo>
                  <a:pt x="802347" y="0"/>
                </a:moveTo>
                <a:lnTo>
                  <a:pt x="928152" y="188707"/>
                </a:lnTo>
                <a:lnTo>
                  <a:pt x="802347" y="377415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2268" y="3052678"/>
            <a:ext cx="1047587" cy="377415"/>
          </a:xfrm>
          <a:custGeom>
            <a:avLst/>
            <a:gdLst/>
            <a:ahLst/>
            <a:cxnLst/>
            <a:rect l="0" t="0" r="0" b="0"/>
            <a:pathLst>
              <a:path w="1047587" h="377415">
                <a:moveTo>
                  <a:pt x="921782" y="377415"/>
                </a:moveTo>
                <a:lnTo>
                  <a:pt x="0" y="377415"/>
                </a:lnTo>
                <a:moveTo>
                  <a:pt x="0" y="0"/>
                </a:moveTo>
                <a:lnTo>
                  <a:pt x="921782" y="0"/>
                </a:lnTo>
                <a:moveTo>
                  <a:pt x="921782" y="0"/>
                </a:moveTo>
                <a:lnTo>
                  <a:pt x="1047587" y="188707"/>
                </a:lnTo>
                <a:lnTo>
                  <a:pt x="921782" y="377415"/>
                </a:lnTo>
              </a:path>
            </a:pathLst>
          </a:custGeom>
          <a:noFill/>
          <a:ln w="524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26951" y="2402683"/>
            <a:ext cx="183470" cy="251612"/>
          </a:xfrm>
          <a:custGeom>
            <a:avLst/>
            <a:gdLst/>
            <a:ahLst/>
            <a:cxnLst/>
            <a:rect l="0" t="0" r="0" b="0"/>
            <a:pathLst>
              <a:path w="183470" h="251612">
                <a:moveTo>
                  <a:pt x="34070" y="117938"/>
                </a:moveTo>
                <a:lnTo>
                  <a:pt x="44557" y="117938"/>
                </a:lnTo>
                <a:cubicBezTo>
                  <a:pt x="47453" y="117938"/>
                  <a:pt x="49796" y="120291"/>
                  <a:pt x="49796" y="123186"/>
                </a:cubicBezTo>
                <a:lnTo>
                  <a:pt x="49796" y="149390"/>
                </a:lnTo>
                <a:cubicBezTo>
                  <a:pt x="49796" y="155181"/>
                  <a:pt x="54492" y="159877"/>
                  <a:pt x="60283" y="159877"/>
                </a:cubicBezTo>
                <a:lnTo>
                  <a:pt x="70770" y="159877"/>
                </a:lnTo>
                <a:cubicBezTo>
                  <a:pt x="76552" y="159877"/>
                  <a:pt x="81248" y="155181"/>
                  <a:pt x="81248" y="149390"/>
                </a:cubicBezTo>
                <a:lnTo>
                  <a:pt x="81248" y="128425"/>
                </a:lnTo>
                <a:cubicBezTo>
                  <a:pt x="81248" y="122634"/>
                  <a:pt x="85944" y="117938"/>
                  <a:pt x="91735" y="117938"/>
                </a:cubicBezTo>
                <a:cubicBezTo>
                  <a:pt x="97526" y="117938"/>
                  <a:pt x="102222" y="122634"/>
                  <a:pt x="102222" y="128425"/>
                </a:cubicBezTo>
                <a:lnTo>
                  <a:pt x="102222" y="149390"/>
                </a:lnTo>
                <a:cubicBezTo>
                  <a:pt x="102222" y="155181"/>
                  <a:pt x="106908" y="159877"/>
                  <a:pt x="112699" y="159877"/>
                </a:cubicBezTo>
                <a:lnTo>
                  <a:pt x="123186" y="159877"/>
                </a:lnTo>
                <a:cubicBezTo>
                  <a:pt x="128978" y="159877"/>
                  <a:pt x="133673" y="155181"/>
                  <a:pt x="133673" y="149390"/>
                </a:cubicBezTo>
                <a:lnTo>
                  <a:pt x="133673" y="123186"/>
                </a:lnTo>
                <a:cubicBezTo>
                  <a:pt x="133673" y="120291"/>
                  <a:pt x="136016" y="117938"/>
                  <a:pt x="138912" y="117938"/>
                </a:cubicBezTo>
                <a:lnTo>
                  <a:pt x="149399" y="117938"/>
                </a:lnTo>
                <a:cubicBezTo>
                  <a:pt x="151571" y="117957"/>
                  <a:pt x="153523" y="116633"/>
                  <a:pt x="154314" y="114604"/>
                </a:cubicBezTo>
                <a:cubicBezTo>
                  <a:pt x="155105" y="112585"/>
                  <a:pt x="154571" y="110280"/>
                  <a:pt x="152961" y="108823"/>
                </a:cubicBezTo>
                <a:lnTo>
                  <a:pt x="98755" y="59655"/>
                </a:lnTo>
                <a:cubicBezTo>
                  <a:pt x="94764" y="56054"/>
                  <a:pt x="88696" y="56054"/>
                  <a:pt x="84705" y="59655"/>
                </a:cubicBezTo>
                <a:lnTo>
                  <a:pt x="30508" y="108823"/>
                </a:lnTo>
                <a:cubicBezTo>
                  <a:pt x="28898" y="110280"/>
                  <a:pt x="28365" y="112585"/>
                  <a:pt x="29156" y="114604"/>
                </a:cubicBezTo>
                <a:cubicBezTo>
                  <a:pt x="29946" y="116633"/>
                  <a:pt x="31899" y="117957"/>
                  <a:pt x="34070" y="117938"/>
                </a:cubicBezTo>
                <a:moveTo>
                  <a:pt x="183470" y="31451"/>
                </a:moveTo>
                <a:cubicBezTo>
                  <a:pt x="183470" y="14077"/>
                  <a:pt x="169383" y="0"/>
                  <a:pt x="152018" y="0"/>
                </a:cubicBezTo>
                <a:lnTo>
                  <a:pt x="31451" y="0"/>
                </a:lnTo>
                <a:cubicBezTo>
                  <a:pt x="14077" y="0"/>
                  <a:pt x="0" y="14077"/>
                  <a:pt x="0" y="31451"/>
                </a:cubicBezTo>
                <a:lnTo>
                  <a:pt x="0" y="222780"/>
                </a:lnTo>
                <a:cubicBezTo>
                  <a:pt x="0" y="238706"/>
                  <a:pt x="12906" y="251612"/>
                  <a:pt x="28832" y="251612"/>
                </a:cubicBezTo>
                <a:lnTo>
                  <a:pt x="154638" y="251612"/>
                </a:lnTo>
                <a:cubicBezTo>
                  <a:pt x="170554" y="251612"/>
                  <a:pt x="183470" y="238706"/>
                  <a:pt x="183470" y="222780"/>
                </a:cubicBezTo>
                <a:lnTo>
                  <a:pt x="183470" y="31451"/>
                </a:lnTo>
                <a:moveTo>
                  <a:pt x="31451" y="20964"/>
                </a:moveTo>
                <a:lnTo>
                  <a:pt x="152018" y="20964"/>
                </a:lnTo>
                <a:cubicBezTo>
                  <a:pt x="157810" y="20964"/>
                  <a:pt x="162496" y="25660"/>
                  <a:pt x="162496" y="31451"/>
                </a:cubicBezTo>
                <a:lnTo>
                  <a:pt x="162496" y="188709"/>
                </a:lnTo>
                <a:cubicBezTo>
                  <a:pt x="162496" y="191604"/>
                  <a:pt x="160153" y="193948"/>
                  <a:pt x="157257" y="193948"/>
                </a:cubicBezTo>
                <a:lnTo>
                  <a:pt x="26212" y="193948"/>
                </a:lnTo>
                <a:cubicBezTo>
                  <a:pt x="23317" y="193948"/>
                  <a:pt x="20964" y="191604"/>
                  <a:pt x="20964" y="188709"/>
                </a:cubicBezTo>
                <a:lnTo>
                  <a:pt x="20964" y="31451"/>
                </a:lnTo>
                <a:cubicBezTo>
                  <a:pt x="20964" y="25660"/>
                  <a:pt x="25660" y="20964"/>
                  <a:pt x="31451" y="2096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01376" y="2187971"/>
            <a:ext cx="248973" cy="254869"/>
          </a:xfrm>
          <a:custGeom>
            <a:avLst/>
            <a:gdLst/>
            <a:ahLst/>
            <a:cxnLst/>
            <a:rect l="0" t="0" r="0" b="0"/>
            <a:pathLst>
              <a:path w="248973" h="254869">
                <a:moveTo>
                  <a:pt x="157143" y="42729"/>
                </a:moveTo>
                <a:cubicBezTo>
                  <a:pt x="176679" y="23183"/>
                  <a:pt x="209349" y="22964"/>
                  <a:pt x="230143" y="42881"/>
                </a:cubicBezTo>
                <a:cubicBezTo>
                  <a:pt x="234315" y="46891"/>
                  <a:pt x="240953" y="46748"/>
                  <a:pt x="244963" y="42567"/>
                </a:cubicBezTo>
                <a:cubicBezTo>
                  <a:pt x="248973" y="38385"/>
                  <a:pt x="248831" y="31756"/>
                  <a:pt x="244649" y="27746"/>
                </a:cubicBezTo>
                <a:cubicBezTo>
                  <a:pt x="215922" y="219"/>
                  <a:pt x="170211" y="0"/>
                  <a:pt x="142303" y="27908"/>
                </a:cubicBezTo>
                <a:cubicBezTo>
                  <a:pt x="138207" y="32003"/>
                  <a:pt x="138217" y="38642"/>
                  <a:pt x="142313" y="42729"/>
                </a:cubicBezTo>
                <a:cubicBezTo>
                  <a:pt x="146408" y="46824"/>
                  <a:pt x="153047" y="46824"/>
                  <a:pt x="157143" y="42729"/>
                </a:cubicBezTo>
                <a:moveTo>
                  <a:pt x="148970" y="58502"/>
                </a:moveTo>
                <a:cubicBezTo>
                  <a:pt x="139722" y="58216"/>
                  <a:pt x="131530" y="52454"/>
                  <a:pt x="128130" y="43853"/>
                </a:cubicBezTo>
                <a:cubicBezTo>
                  <a:pt x="124720" y="35242"/>
                  <a:pt x="126758" y="25441"/>
                  <a:pt x="133311" y="18897"/>
                </a:cubicBezTo>
                <a:cubicBezTo>
                  <a:pt x="136712" y="15535"/>
                  <a:pt x="140360" y="12449"/>
                  <a:pt x="144246" y="9658"/>
                </a:cubicBezTo>
                <a:lnTo>
                  <a:pt x="46062" y="9658"/>
                </a:lnTo>
                <a:cubicBezTo>
                  <a:pt x="34975" y="9658"/>
                  <a:pt x="25441" y="19192"/>
                  <a:pt x="25441" y="30279"/>
                </a:cubicBezTo>
                <a:lnTo>
                  <a:pt x="25441" y="92173"/>
                </a:lnTo>
                <a:cubicBezTo>
                  <a:pt x="25441" y="103270"/>
                  <a:pt x="34975" y="112804"/>
                  <a:pt x="46062" y="112804"/>
                </a:cubicBezTo>
                <a:lnTo>
                  <a:pt x="59302" y="112804"/>
                </a:lnTo>
                <a:lnTo>
                  <a:pt x="59302" y="128263"/>
                </a:lnTo>
                <a:cubicBezTo>
                  <a:pt x="59302" y="134054"/>
                  <a:pt x="63998" y="138750"/>
                  <a:pt x="69789" y="138750"/>
                </a:cubicBezTo>
                <a:cubicBezTo>
                  <a:pt x="75580" y="138750"/>
                  <a:pt x="80276" y="134054"/>
                  <a:pt x="80276" y="128263"/>
                </a:cubicBezTo>
                <a:lnTo>
                  <a:pt x="80276" y="112814"/>
                </a:lnTo>
                <a:lnTo>
                  <a:pt x="123424" y="112814"/>
                </a:lnTo>
                <a:cubicBezTo>
                  <a:pt x="128825" y="112814"/>
                  <a:pt x="133740" y="117719"/>
                  <a:pt x="133740" y="123120"/>
                </a:cubicBezTo>
                <a:lnTo>
                  <a:pt x="133740" y="233895"/>
                </a:lnTo>
                <a:lnTo>
                  <a:pt x="10487" y="233895"/>
                </a:lnTo>
                <a:cubicBezTo>
                  <a:pt x="4695" y="233895"/>
                  <a:pt x="0" y="238591"/>
                  <a:pt x="0" y="244382"/>
                </a:cubicBezTo>
                <a:cubicBezTo>
                  <a:pt x="0" y="250174"/>
                  <a:pt x="4695" y="254869"/>
                  <a:pt x="10487" y="254869"/>
                </a:cubicBezTo>
                <a:lnTo>
                  <a:pt x="237391" y="254869"/>
                </a:lnTo>
                <a:cubicBezTo>
                  <a:pt x="238144" y="254869"/>
                  <a:pt x="238886" y="254784"/>
                  <a:pt x="239591" y="254631"/>
                </a:cubicBezTo>
                <a:lnTo>
                  <a:pt x="242496" y="254631"/>
                </a:lnTo>
                <a:cubicBezTo>
                  <a:pt x="245344" y="254631"/>
                  <a:pt x="247650" y="252326"/>
                  <a:pt x="247650" y="249478"/>
                </a:cubicBezTo>
                <a:lnTo>
                  <a:pt x="247650" y="246545"/>
                </a:lnTo>
                <a:cubicBezTo>
                  <a:pt x="247945" y="245116"/>
                  <a:pt x="247945" y="243649"/>
                  <a:pt x="247650" y="242220"/>
                </a:cubicBezTo>
                <a:lnTo>
                  <a:pt x="247650" y="170935"/>
                </a:lnTo>
                <a:lnTo>
                  <a:pt x="209026" y="170935"/>
                </a:lnTo>
                <a:cubicBezTo>
                  <a:pt x="204387" y="170935"/>
                  <a:pt x="200110" y="175212"/>
                  <a:pt x="200110" y="179841"/>
                </a:cubicBezTo>
                <a:lnTo>
                  <a:pt x="200110" y="233895"/>
                </a:lnTo>
                <a:lnTo>
                  <a:pt x="187004" y="233895"/>
                </a:lnTo>
                <a:lnTo>
                  <a:pt x="187004" y="179841"/>
                </a:lnTo>
                <a:cubicBezTo>
                  <a:pt x="187004" y="167973"/>
                  <a:pt x="197157" y="157829"/>
                  <a:pt x="209026" y="157829"/>
                </a:cubicBezTo>
                <a:lnTo>
                  <a:pt x="247650" y="157829"/>
                </a:lnTo>
                <a:lnTo>
                  <a:pt x="247650" y="56140"/>
                </a:lnTo>
                <a:cubicBezTo>
                  <a:pt x="244687" y="57597"/>
                  <a:pt x="241439" y="58407"/>
                  <a:pt x="238134" y="58512"/>
                </a:cubicBezTo>
                <a:cubicBezTo>
                  <a:pt x="240115" y="70885"/>
                  <a:pt x="231905" y="82581"/>
                  <a:pt x="219608" y="84934"/>
                </a:cubicBezTo>
                <a:cubicBezTo>
                  <a:pt x="220398" y="87401"/>
                  <a:pt x="220884" y="90125"/>
                  <a:pt x="220884" y="93078"/>
                </a:cubicBezTo>
                <a:cubicBezTo>
                  <a:pt x="220837" y="100307"/>
                  <a:pt x="217941" y="107232"/>
                  <a:pt x="212807" y="112328"/>
                </a:cubicBezTo>
                <a:cubicBezTo>
                  <a:pt x="207711" y="117471"/>
                  <a:pt x="200786" y="120376"/>
                  <a:pt x="193547" y="120415"/>
                </a:cubicBezTo>
                <a:cubicBezTo>
                  <a:pt x="186318" y="120367"/>
                  <a:pt x="179403" y="117462"/>
                  <a:pt x="174317" y="112328"/>
                </a:cubicBezTo>
                <a:cubicBezTo>
                  <a:pt x="169173" y="107232"/>
                  <a:pt x="166268" y="100317"/>
                  <a:pt x="166230" y="93078"/>
                </a:cubicBezTo>
                <a:cubicBezTo>
                  <a:pt x="166230" y="90125"/>
                  <a:pt x="166716" y="87401"/>
                  <a:pt x="167506" y="84924"/>
                </a:cubicBezTo>
                <a:cubicBezTo>
                  <a:pt x="155209" y="82572"/>
                  <a:pt x="147008" y="70875"/>
                  <a:pt x="148980" y="58502"/>
                </a:cubicBezTo>
                <a:moveTo>
                  <a:pt x="33899" y="159505"/>
                </a:moveTo>
                <a:lnTo>
                  <a:pt x="102279" y="159505"/>
                </a:lnTo>
                <a:cubicBezTo>
                  <a:pt x="106175" y="159419"/>
                  <a:pt x="109889" y="161162"/>
                  <a:pt x="112299" y="164220"/>
                </a:cubicBezTo>
                <a:cubicBezTo>
                  <a:pt x="114633" y="167239"/>
                  <a:pt x="115319" y="171135"/>
                  <a:pt x="114500" y="175193"/>
                </a:cubicBezTo>
                <a:cubicBezTo>
                  <a:pt x="114052" y="177012"/>
                  <a:pt x="113614" y="178984"/>
                  <a:pt x="113023" y="181689"/>
                </a:cubicBezTo>
                <a:cubicBezTo>
                  <a:pt x="112509" y="184032"/>
                  <a:pt x="111956" y="186547"/>
                  <a:pt x="111309" y="189099"/>
                </a:cubicBezTo>
                <a:cubicBezTo>
                  <a:pt x="110004" y="194205"/>
                  <a:pt x="108261" y="199710"/>
                  <a:pt x="105527" y="204768"/>
                </a:cubicBezTo>
                <a:cubicBezTo>
                  <a:pt x="102746" y="209864"/>
                  <a:pt x="98917" y="214607"/>
                  <a:pt x="93364" y="218055"/>
                </a:cubicBezTo>
                <a:cubicBezTo>
                  <a:pt x="87810" y="221513"/>
                  <a:pt x="80905" y="223446"/>
                  <a:pt x="72370" y="223446"/>
                </a:cubicBezTo>
                <a:cubicBezTo>
                  <a:pt x="61874" y="223446"/>
                  <a:pt x="53540" y="221303"/>
                  <a:pt x="47043" y="217370"/>
                </a:cubicBezTo>
                <a:cubicBezTo>
                  <a:pt x="41005" y="213674"/>
                  <a:pt x="36233" y="208226"/>
                  <a:pt x="33394" y="201749"/>
                </a:cubicBezTo>
                <a:cubicBezTo>
                  <a:pt x="30479" y="195395"/>
                  <a:pt x="29146" y="188271"/>
                  <a:pt x="28536" y="181403"/>
                </a:cubicBezTo>
                <a:cubicBezTo>
                  <a:pt x="24155" y="183280"/>
                  <a:pt x="20964" y="187699"/>
                  <a:pt x="20964" y="192652"/>
                </a:cubicBezTo>
                <a:cubicBezTo>
                  <a:pt x="20964" y="198443"/>
                  <a:pt x="16268" y="203139"/>
                  <a:pt x="10487" y="203139"/>
                </a:cubicBezTo>
                <a:cubicBezTo>
                  <a:pt x="4695" y="203139"/>
                  <a:pt x="0" y="198443"/>
                  <a:pt x="0" y="192652"/>
                </a:cubicBezTo>
                <a:cubicBezTo>
                  <a:pt x="57" y="183746"/>
                  <a:pt x="3667" y="175240"/>
                  <a:pt x="10039" y="169011"/>
                </a:cubicBezTo>
                <a:cubicBezTo>
                  <a:pt x="16411" y="162782"/>
                  <a:pt x="25003" y="159362"/>
                  <a:pt x="33899" y="159505"/>
                </a:cubicBezTo>
                <a:moveTo>
                  <a:pt x="68094" y="60921"/>
                </a:moveTo>
                <a:cubicBezTo>
                  <a:pt x="67951" y="55797"/>
                  <a:pt x="70599" y="51006"/>
                  <a:pt x="75018" y="48406"/>
                </a:cubicBezTo>
                <a:cubicBezTo>
                  <a:pt x="79428" y="45805"/>
                  <a:pt x="84905" y="45805"/>
                  <a:pt x="89315" y="48406"/>
                </a:cubicBezTo>
                <a:cubicBezTo>
                  <a:pt x="93726" y="51006"/>
                  <a:pt x="96383" y="55797"/>
                  <a:pt x="96240" y="60921"/>
                </a:cubicBezTo>
                <a:cubicBezTo>
                  <a:pt x="96031" y="68541"/>
                  <a:pt x="89792" y="74609"/>
                  <a:pt x="82162" y="74609"/>
                </a:cubicBezTo>
                <a:cubicBezTo>
                  <a:pt x="74542" y="74609"/>
                  <a:pt x="68303" y="68541"/>
                  <a:pt x="68094" y="60921"/>
                </a:cubicBezTo>
                <a:moveTo>
                  <a:pt x="82172" y="33728"/>
                </a:moveTo>
                <a:cubicBezTo>
                  <a:pt x="97183" y="33737"/>
                  <a:pt x="109347" y="45910"/>
                  <a:pt x="109347" y="60921"/>
                </a:cubicBezTo>
                <a:cubicBezTo>
                  <a:pt x="109347" y="75923"/>
                  <a:pt x="97183" y="88096"/>
                  <a:pt x="82172" y="88106"/>
                </a:cubicBezTo>
                <a:cubicBezTo>
                  <a:pt x="67151" y="88106"/>
                  <a:pt x="54978" y="75933"/>
                  <a:pt x="54978" y="60921"/>
                </a:cubicBezTo>
                <a:cubicBezTo>
                  <a:pt x="54978" y="45900"/>
                  <a:pt x="67151" y="33728"/>
                  <a:pt x="82172" y="33728"/>
                </a:cubicBezTo>
                <a:moveTo>
                  <a:pt x="183422" y="82934"/>
                </a:moveTo>
                <a:cubicBezTo>
                  <a:pt x="185642" y="80714"/>
                  <a:pt x="189166" y="78628"/>
                  <a:pt x="193557" y="78628"/>
                </a:cubicBezTo>
                <a:cubicBezTo>
                  <a:pt x="197939" y="78628"/>
                  <a:pt x="201463" y="80714"/>
                  <a:pt x="203692" y="82924"/>
                </a:cubicBezTo>
                <a:cubicBezTo>
                  <a:pt x="205911" y="85153"/>
                  <a:pt x="207987" y="88677"/>
                  <a:pt x="207987" y="93059"/>
                </a:cubicBezTo>
                <a:cubicBezTo>
                  <a:pt x="207987" y="97440"/>
                  <a:pt x="205911" y="100964"/>
                  <a:pt x="203692" y="103184"/>
                </a:cubicBezTo>
                <a:cubicBezTo>
                  <a:pt x="201015" y="105908"/>
                  <a:pt x="197377" y="107451"/>
                  <a:pt x="193557" y="107499"/>
                </a:cubicBezTo>
                <a:cubicBezTo>
                  <a:pt x="189166" y="107499"/>
                  <a:pt x="185642" y="105403"/>
                  <a:pt x="183422" y="103193"/>
                </a:cubicBezTo>
                <a:cubicBezTo>
                  <a:pt x="180708" y="100517"/>
                  <a:pt x="179165" y="96878"/>
                  <a:pt x="179127" y="93059"/>
                </a:cubicBezTo>
                <a:cubicBezTo>
                  <a:pt x="179127" y="88677"/>
                  <a:pt x="181203" y="85153"/>
                  <a:pt x="183422" y="82934"/>
                </a:cubicBezTo>
                <a:moveTo>
                  <a:pt x="207483" y="69199"/>
                </a:moveTo>
                <a:cubicBezTo>
                  <a:pt x="200472" y="61550"/>
                  <a:pt x="187775" y="61064"/>
                  <a:pt x="179317" y="69532"/>
                </a:cubicBezTo>
                <a:cubicBezTo>
                  <a:pt x="175212" y="73628"/>
                  <a:pt x="168573" y="73628"/>
                  <a:pt x="164487" y="69532"/>
                </a:cubicBezTo>
                <a:cubicBezTo>
                  <a:pt x="160391" y="65436"/>
                  <a:pt x="160391" y="58797"/>
                  <a:pt x="164487" y="54702"/>
                </a:cubicBezTo>
                <a:cubicBezTo>
                  <a:pt x="180774" y="38414"/>
                  <a:pt x="207263" y="37938"/>
                  <a:pt x="222951" y="55035"/>
                </a:cubicBezTo>
                <a:cubicBezTo>
                  <a:pt x="226856" y="59302"/>
                  <a:pt x="226571" y="65941"/>
                  <a:pt x="222294" y="69846"/>
                </a:cubicBezTo>
                <a:cubicBezTo>
                  <a:pt x="218027" y="73761"/>
                  <a:pt x="211397" y="73466"/>
                  <a:pt x="207483" y="6919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72643" y="2661408"/>
            <a:ext cx="248459" cy="243859"/>
          </a:xfrm>
          <a:custGeom>
            <a:avLst/>
            <a:gdLst/>
            <a:ahLst/>
            <a:cxnLst/>
            <a:rect l="0" t="0" r="0" b="0"/>
            <a:pathLst>
              <a:path w="248459" h="243859">
                <a:moveTo>
                  <a:pt x="36766" y="18640"/>
                </a:moveTo>
                <a:cubicBezTo>
                  <a:pt x="39490" y="16011"/>
                  <a:pt x="40586" y="12115"/>
                  <a:pt x="39624" y="8448"/>
                </a:cubicBezTo>
                <a:cubicBezTo>
                  <a:pt x="38671" y="4781"/>
                  <a:pt x="35804" y="1924"/>
                  <a:pt x="32137" y="962"/>
                </a:cubicBezTo>
                <a:cubicBezTo>
                  <a:pt x="28470" y="0"/>
                  <a:pt x="24574" y="1095"/>
                  <a:pt x="21945" y="3819"/>
                </a:cubicBezTo>
                <a:cubicBezTo>
                  <a:pt x="7905" y="17678"/>
                  <a:pt x="0" y="36585"/>
                  <a:pt x="0" y="56311"/>
                </a:cubicBezTo>
                <a:cubicBezTo>
                  <a:pt x="0" y="76038"/>
                  <a:pt x="7905" y="94945"/>
                  <a:pt x="21945" y="108804"/>
                </a:cubicBezTo>
                <a:cubicBezTo>
                  <a:pt x="26060" y="112775"/>
                  <a:pt x="32594" y="112718"/>
                  <a:pt x="36642" y="108680"/>
                </a:cubicBezTo>
                <a:cubicBezTo>
                  <a:pt x="40681" y="104632"/>
                  <a:pt x="40738" y="98097"/>
                  <a:pt x="36766" y="93983"/>
                </a:cubicBezTo>
                <a:cubicBezTo>
                  <a:pt x="26660" y="84048"/>
                  <a:pt x="20964" y="70475"/>
                  <a:pt x="20964" y="56311"/>
                </a:cubicBezTo>
                <a:cubicBezTo>
                  <a:pt x="20964" y="42148"/>
                  <a:pt x="26660" y="28575"/>
                  <a:pt x="36766" y="18640"/>
                </a:cubicBezTo>
                <a:moveTo>
                  <a:pt x="226523" y="3819"/>
                </a:moveTo>
                <a:cubicBezTo>
                  <a:pt x="223894" y="1095"/>
                  <a:pt x="219989" y="0"/>
                  <a:pt x="216331" y="962"/>
                </a:cubicBezTo>
                <a:cubicBezTo>
                  <a:pt x="212664" y="1924"/>
                  <a:pt x="209797" y="4781"/>
                  <a:pt x="208845" y="8448"/>
                </a:cubicBezTo>
                <a:cubicBezTo>
                  <a:pt x="207883" y="12115"/>
                  <a:pt x="208978" y="16011"/>
                  <a:pt x="211702" y="18640"/>
                </a:cubicBezTo>
                <a:cubicBezTo>
                  <a:pt x="221808" y="28575"/>
                  <a:pt x="227504" y="42148"/>
                  <a:pt x="227504" y="56311"/>
                </a:cubicBezTo>
                <a:cubicBezTo>
                  <a:pt x="227504" y="70475"/>
                  <a:pt x="221808" y="84048"/>
                  <a:pt x="211702" y="93983"/>
                </a:cubicBezTo>
                <a:cubicBezTo>
                  <a:pt x="207730" y="98097"/>
                  <a:pt x="207787" y="104632"/>
                  <a:pt x="211826" y="108680"/>
                </a:cubicBezTo>
                <a:cubicBezTo>
                  <a:pt x="215874" y="112718"/>
                  <a:pt x="222408" y="112775"/>
                  <a:pt x="226523" y="108804"/>
                </a:cubicBezTo>
                <a:cubicBezTo>
                  <a:pt x="240563" y="94945"/>
                  <a:pt x="248459" y="76038"/>
                  <a:pt x="248459" y="56311"/>
                </a:cubicBezTo>
                <a:cubicBezTo>
                  <a:pt x="248459" y="36585"/>
                  <a:pt x="240563" y="17678"/>
                  <a:pt x="226523" y="3819"/>
                </a:cubicBezTo>
                <a:moveTo>
                  <a:pt x="180251" y="23736"/>
                </a:moveTo>
                <a:cubicBezTo>
                  <a:pt x="184346" y="19650"/>
                  <a:pt x="190976" y="19650"/>
                  <a:pt x="195072" y="23736"/>
                </a:cubicBezTo>
                <a:cubicBezTo>
                  <a:pt x="212788" y="41452"/>
                  <a:pt x="212788" y="71161"/>
                  <a:pt x="195072" y="88887"/>
                </a:cubicBezTo>
                <a:cubicBezTo>
                  <a:pt x="192443" y="91611"/>
                  <a:pt x="188537" y="92706"/>
                  <a:pt x="184880" y="91744"/>
                </a:cubicBezTo>
                <a:cubicBezTo>
                  <a:pt x="181213" y="90782"/>
                  <a:pt x="178346" y="87925"/>
                  <a:pt x="177393" y="84258"/>
                </a:cubicBezTo>
                <a:cubicBezTo>
                  <a:pt x="176431" y="80591"/>
                  <a:pt x="177526" y="76695"/>
                  <a:pt x="180251" y="74056"/>
                </a:cubicBezTo>
                <a:cubicBezTo>
                  <a:pt x="189785" y="64522"/>
                  <a:pt x="189785" y="48091"/>
                  <a:pt x="180251" y="38566"/>
                </a:cubicBezTo>
                <a:cubicBezTo>
                  <a:pt x="176155" y="34470"/>
                  <a:pt x="176155" y="27832"/>
                  <a:pt x="180251" y="23736"/>
                </a:cubicBezTo>
                <a:moveTo>
                  <a:pt x="124758" y="30098"/>
                </a:moveTo>
                <a:cubicBezTo>
                  <a:pt x="111871" y="30089"/>
                  <a:pt x="100888" y="39433"/>
                  <a:pt x="98840" y="52149"/>
                </a:cubicBezTo>
                <a:cubicBezTo>
                  <a:pt x="96802" y="64865"/>
                  <a:pt x="104298" y="77190"/>
                  <a:pt x="116538" y="81210"/>
                </a:cubicBezTo>
                <a:lnTo>
                  <a:pt x="73009" y="158581"/>
                </a:lnTo>
                <a:cubicBezTo>
                  <a:pt x="72094" y="160200"/>
                  <a:pt x="72113" y="162191"/>
                  <a:pt x="73056" y="163801"/>
                </a:cubicBezTo>
                <a:cubicBezTo>
                  <a:pt x="73999" y="165401"/>
                  <a:pt x="75714" y="166392"/>
                  <a:pt x="77581" y="166392"/>
                </a:cubicBezTo>
                <a:lnTo>
                  <a:pt x="171935" y="166392"/>
                </a:lnTo>
                <a:cubicBezTo>
                  <a:pt x="173793" y="166392"/>
                  <a:pt x="175517" y="165401"/>
                  <a:pt x="176460" y="163801"/>
                </a:cubicBezTo>
                <a:cubicBezTo>
                  <a:pt x="177403" y="162191"/>
                  <a:pt x="177422" y="160200"/>
                  <a:pt x="176507" y="158581"/>
                </a:cubicBezTo>
                <a:lnTo>
                  <a:pt x="132978" y="81210"/>
                </a:lnTo>
                <a:cubicBezTo>
                  <a:pt x="145189" y="77162"/>
                  <a:pt x="152657" y="64855"/>
                  <a:pt x="150618" y="52158"/>
                </a:cubicBezTo>
                <a:cubicBezTo>
                  <a:pt x="148570" y="39462"/>
                  <a:pt x="137617" y="30118"/>
                  <a:pt x="124758" y="30098"/>
                </a:cubicBezTo>
                <a:moveTo>
                  <a:pt x="197177" y="226152"/>
                </a:moveTo>
                <a:lnTo>
                  <a:pt x="51292" y="226152"/>
                </a:lnTo>
                <a:cubicBezTo>
                  <a:pt x="46320" y="237524"/>
                  <a:pt x="34061" y="243859"/>
                  <a:pt x="21907" y="241325"/>
                </a:cubicBezTo>
                <a:cubicBezTo>
                  <a:pt x="9763" y="238782"/>
                  <a:pt x="1057" y="228076"/>
                  <a:pt x="1057" y="215665"/>
                </a:cubicBezTo>
                <a:cubicBezTo>
                  <a:pt x="1057" y="203253"/>
                  <a:pt x="9763" y="192547"/>
                  <a:pt x="21907" y="190004"/>
                </a:cubicBezTo>
                <a:cubicBezTo>
                  <a:pt x="34061" y="187471"/>
                  <a:pt x="46320" y="193805"/>
                  <a:pt x="51292" y="205178"/>
                </a:cubicBezTo>
                <a:lnTo>
                  <a:pt x="114271" y="205178"/>
                </a:lnTo>
                <a:lnTo>
                  <a:pt x="114271" y="187356"/>
                </a:lnTo>
                <a:cubicBezTo>
                  <a:pt x="114271" y="181565"/>
                  <a:pt x="118967" y="176879"/>
                  <a:pt x="124758" y="176879"/>
                </a:cubicBezTo>
                <a:cubicBezTo>
                  <a:pt x="130549" y="176879"/>
                  <a:pt x="135245" y="181565"/>
                  <a:pt x="135245" y="187356"/>
                </a:cubicBezTo>
                <a:lnTo>
                  <a:pt x="135245" y="205178"/>
                </a:lnTo>
                <a:lnTo>
                  <a:pt x="197177" y="205178"/>
                </a:lnTo>
                <a:cubicBezTo>
                  <a:pt x="202139" y="193805"/>
                  <a:pt x="214407" y="187471"/>
                  <a:pt x="226552" y="190004"/>
                </a:cubicBezTo>
                <a:cubicBezTo>
                  <a:pt x="238706" y="192547"/>
                  <a:pt x="247411" y="203253"/>
                  <a:pt x="247411" y="215665"/>
                </a:cubicBezTo>
                <a:cubicBezTo>
                  <a:pt x="247411" y="228076"/>
                  <a:pt x="238706" y="238782"/>
                  <a:pt x="226552" y="241325"/>
                </a:cubicBezTo>
                <a:cubicBezTo>
                  <a:pt x="214407" y="243859"/>
                  <a:pt x="202139" y="237524"/>
                  <a:pt x="197177" y="226152"/>
                </a:cubicBezTo>
                <a:moveTo>
                  <a:pt x="68227" y="23736"/>
                </a:moveTo>
                <a:cubicBezTo>
                  <a:pt x="72323" y="27832"/>
                  <a:pt x="72323" y="34470"/>
                  <a:pt x="68227" y="38566"/>
                </a:cubicBezTo>
                <a:cubicBezTo>
                  <a:pt x="58693" y="48101"/>
                  <a:pt x="58693" y="64522"/>
                  <a:pt x="68227" y="74056"/>
                </a:cubicBezTo>
                <a:cubicBezTo>
                  <a:pt x="72323" y="78152"/>
                  <a:pt x="72323" y="84801"/>
                  <a:pt x="68227" y="88887"/>
                </a:cubicBezTo>
                <a:cubicBezTo>
                  <a:pt x="64131" y="92983"/>
                  <a:pt x="57492" y="92983"/>
                  <a:pt x="53397" y="88887"/>
                </a:cubicBezTo>
                <a:cubicBezTo>
                  <a:pt x="35680" y="71170"/>
                  <a:pt x="35680" y="41452"/>
                  <a:pt x="53397" y="23736"/>
                </a:cubicBezTo>
                <a:cubicBezTo>
                  <a:pt x="57492" y="19650"/>
                  <a:pt x="64122" y="19650"/>
                  <a:pt x="68218" y="2373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06055" y="2863997"/>
            <a:ext cx="231714" cy="251593"/>
          </a:xfrm>
          <a:custGeom>
            <a:avLst/>
            <a:gdLst/>
            <a:ahLst/>
            <a:cxnLst/>
            <a:rect l="0" t="0" r="0" b="0"/>
            <a:pathLst>
              <a:path w="231714" h="251593">
                <a:moveTo>
                  <a:pt x="121634" y="125777"/>
                </a:moveTo>
                <a:cubicBezTo>
                  <a:pt x="121672" y="110871"/>
                  <a:pt x="130692" y="97459"/>
                  <a:pt x="144484" y="91811"/>
                </a:cubicBezTo>
                <a:cubicBezTo>
                  <a:pt x="148875" y="89992"/>
                  <a:pt x="153581" y="89068"/>
                  <a:pt x="158324" y="89087"/>
                </a:cubicBezTo>
                <a:lnTo>
                  <a:pt x="162410" y="89087"/>
                </a:lnTo>
                <a:cubicBezTo>
                  <a:pt x="163725" y="88306"/>
                  <a:pt x="164953" y="87391"/>
                  <a:pt x="166087" y="86353"/>
                </a:cubicBezTo>
                <a:cubicBezTo>
                  <a:pt x="169535" y="82915"/>
                  <a:pt x="171459" y="78228"/>
                  <a:pt x="171430" y="73361"/>
                </a:cubicBezTo>
                <a:lnTo>
                  <a:pt x="171430" y="36661"/>
                </a:lnTo>
                <a:cubicBezTo>
                  <a:pt x="171373" y="32346"/>
                  <a:pt x="167887" y="28860"/>
                  <a:pt x="163572" y="28803"/>
                </a:cubicBezTo>
                <a:lnTo>
                  <a:pt x="162620" y="28803"/>
                </a:lnTo>
                <a:cubicBezTo>
                  <a:pt x="158962" y="11991"/>
                  <a:pt x="144084" y="0"/>
                  <a:pt x="126872" y="0"/>
                </a:cubicBezTo>
                <a:cubicBezTo>
                  <a:pt x="109670" y="0"/>
                  <a:pt x="94792" y="11991"/>
                  <a:pt x="91125" y="28803"/>
                </a:cubicBezTo>
                <a:lnTo>
                  <a:pt x="90182" y="28803"/>
                </a:lnTo>
                <a:cubicBezTo>
                  <a:pt x="85858" y="28860"/>
                  <a:pt x="82372" y="32346"/>
                  <a:pt x="82315" y="36661"/>
                </a:cubicBezTo>
                <a:lnTo>
                  <a:pt x="82315" y="73361"/>
                </a:lnTo>
                <a:cubicBezTo>
                  <a:pt x="82372" y="83467"/>
                  <a:pt x="90554" y="91649"/>
                  <a:pt x="100669" y="91706"/>
                </a:cubicBezTo>
                <a:lnTo>
                  <a:pt x="109680" y="91706"/>
                </a:lnTo>
                <a:cubicBezTo>
                  <a:pt x="85648" y="99279"/>
                  <a:pt x="69284" y="121538"/>
                  <a:pt x="69218" y="146742"/>
                </a:cubicBezTo>
                <a:lnTo>
                  <a:pt x="69218" y="147685"/>
                </a:lnTo>
                <a:lnTo>
                  <a:pt x="56111" y="134473"/>
                </a:lnTo>
                <a:lnTo>
                  <a:pt x="56111" y="133845"/>
                </a:lnTo>
                <a:lnTo>
                  <a:pt x="55483" y="133845"/>
                </a:lnTo>
                <a:lnTo>
                  <a:pt x="18992" y="97364"/>
                </a:lnTo>
                <a:cubicBezTo>
                  <a:pt x="14887" y="93259"/>
                  <a:pt x="8220" y="93259"/>
                  <a:pt x="4114" y="97364"/>
                </a:cubicBezTo>
                <a:cubicBezTo>
                  <a:pt x="0" y="101479"/>
                  <a:pt x="0" y="108137"/>
                  <a:pt x="4114" y="112252"/>
                </a:cubicBezTo>
                <a:lnTo>
                  <a:pt x="33356" y="141398"/>
                </a:lnTo>
                <a:lnTo>
                  <a:pt x="25079" y="149571"/>
                </a:lnTo>
                <a:cubicBezTo>
                  <a:pt x="23088" y="151542"/>
                  <a:pt x="21974" y="154219"/>
                  <a:pt x="21974" y="157019"/>
                </a:cubicBezTo>
                <a:cubicBezTo>
                  <a:pt x="21974" y="159810"/>
                  <a:pt x="23088" y="162496"/>
                  <a:pt x="25079" y="164458"/>
                </a:cubicBezTo>
                <a:cubicBezTo>
                  <a:pt x="27051" y="166449"/>
                  <a:pt x="29727" y="167563"/>
                  <a:pt x="32518" y="167563"/>
                </a:cubicBezTo>
                <a:cubicBezTo>
                  <a:pt x="35318" y="167563"/>
                  <a:pt x="37995" y="166449"/>
                  <a:pt x="39966" y="164458"/>
                </a:cubicBezTo>
                <a:lnTo>
                  <a:pt x="48244" y="156181"/>
                </a:lnTo>
                <a:lnTo>
                  <a:pt x="61874" y="169916"/>
                </a:lnTo>
                <a:cubicBezTo>
                  <a:pt x="63827" y="171850"/>
                  <a:pt x="66465" y="172945"/>
                  <a:pt x="69218" y="172954"/>
                </a:cubicBezTo>
                <a:lnTo>
                  <a:pt x="69218" y="183441"/>
                </a:lnTo>
                <a:cubicBezTo>
                  <a:pt x="69218" y="186328"/>
                  <a:pt x="71561" y="188680"/>
                  <a:pt x="74456" y="188680"/>
                </a:cubicBezTo>
                <a:lnTo>
                  <a:pt x="93430" y="188680"/>
                </a:lnTo>
                <a:cubicBezTo>
                  <a:pt x="94802" y="188671"/>
                  <a:pt x="95945" y="189728"/>
                  <a:pt x="96050" y="191090"/>
                </a:cubicBezTo>
                <a:lnTo>
                  <a:pt x="100669" y="246754"/>
                </a:lnTo>
                <a:cubicBezTo>
                  <a:pt x="100888" y="249488"/>
                  <a:pt x="103165" y="251593"/>
                  <a:pt x="105908" y="251583"/>
                </a:cubicBezTo>
                <a:lnTo>
                  <a:pt x="128339" y="251583"/>
                </a:lnTo>
                <a:cubicBezTo>
                  <a:pt x="123996" y="245449"/>
                  <a:pt x="121653" y="238125"/>
                  <a:pt x="121634" y="230609"/>
                </a:cubicBezTo>
                <a:lnTo>
                  <a:pt x="121634" y="125777"/>
                </a:lnTo>
                <a:moveTo>
                  <a:pt x="98040" y="73361"/>
                </a:moveTo>
                <a:lnTo>
                  <a:pt x="98040" y="44529"/>
                </a:lnTo>
                <a:lnTo>
                  <a:pt x="155705" y="44529"/>
                </a:lnTo>
                <a:lnTo>
                  <a:pt x="155705" y="73361"/>
                </a:lnTo>
                <a:cubicBezTo>
                  <a:pt x="155733" y="74066"/>
                  <a:pt x="155467" y="74742"/>
                  <a:pt x="154971" y="75247"/>
                </a:cubicBezTo>
                <a:cubicBezTo>
                  <a:pt x="154476" y="75742"/>
                  <a:pt x="153790" y="76009"/>
                  <a:pt x="153085" y="75980"/>
                </a:cubicBezTo>
                <a:lnTo>
                  <a:pt x="100669" y="75980"/>
                </a:lnTo>
                <a:cubicBezTo>
                  <a:pt x="99221" y="75980"/>
                  <a:pt x="98040" y="74809"/>
                  <a:pt x="98040" y="73361"/>
                </a:cubicBezTo>
                <a:moveTo>
                  <a:pt x="210740" y="104813"/>
                </a:moveTo>
                <a:lnTo>
                  <a:pt x="158324" y="104813"/>
                </a:lnTo>
                <a:cubicBezTo>
                  <a:pt x="146742" y="104813"/>
                  <a:pt x="137360" y="114195"/>
                  <a:pt x="137360" y="125777"/>
                </a:cubicBezTo>
                <a:lnTo>
                  <a:pt x="137360" y="230609"/>
                </a:lnTo>
                <a:cubicBezTo>
                  <a:pt x="137360" y="242192"/>
                  <a:pt x="146742" y="251583"/>
                  <a:pt x="158324" y="251583"/>
                </a:cubicBezTo>
                <a:lnTo>
                  <a:pt x="210740" y="251583"/>
                </a:lnTo>
                <a:cubicBezTo>
                  <a:pt x="222323" y="251583"/>
                  <a:pt x="231714" y="242192"/>
                  <a:pt x="231714" y="230609"/>
                </a:cubicBezTo>
                <a:lnTo>
                  <a:pt x="231714" y="125777"/>
                </a:lnTo>
                <a:cubicBezTo>
                  <a:pt x="231714" y="114195"/>
                  <a:pt x="222323" y="104813"/>
                  <a:pt x="210740" y="104813"/>
                </a:cubicBezTo>
                <a:moveTo>
                  <a:pt x="153085" y="162467"/>
                </a:moveTo>
                <a:lnTo>
                  <a:pt x="153085" y="131016"/>
                </a:lnTo>
                <a:lnTo>
                  <a:pt x="215988" y="131016"/>
                </a:lnTo>
                <a:lnTo>
                  <a:pt x="215988" y="162467"/>
                </a:lnTo>
                <a:lnTo>
                  <a:pt x="153085" y="16246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26484" y="1941397"/>
            <a:ext cx="246373" cy="251688"/>
          </a:xfrm>
          <a:custGeom>
            <a:avLst/>
            <a:gdLst/>
            <a:ahLst/>
            <a:cxnLst/>
            <a:rect l="0" t="0" r="0" b="0"/>
            <a:pathLst>
              <a:path w="246373" h="251688">
                <a:moveTo>
                  <a:pt x="238506" y="214912"/>
                </a:moveTo>
                <a:lnTo>
                  <a:pt x="228018" y="214912"/>
                </a:lnTo>
                <a:cubicBezTo>
                  <a:pt x="223685" y="214912"/>
                  <a:pt x="220160" y="218436"/>
                  <a:pt x="220160" y="222780"/>
                </a:cubicBezTo>
                <a:cubicBezTo>
                  <a:pt x="220160" y="227123"/>
                  <a:pt x="223685" y="230638"/>
                  <a:pt x="228018" y="230638"/>
                </a:cubicBezTo>
                <a:lnTo>
                  <a:pt x="238506" y="230638"/>
                </a:lnTo>
                <a:cubicBezTo>
                  <a:pt x="242849" y="230638"/>
                  <a:pt x="246373" y="227123"/>
                  <a:pt x="246373" y="222780"/>
                </a:cubicBezTo>
                <a:cubicBezTo>
                  <a:pt x="246373" y="218436"/>
                  <a:pt x="242849" y="214912"/>
                  <a:pt x="238506" y="214912"/>
                </a:cubicBezTo>
                <a:moveTo>
                  <a:pt x="18345" y="214912"/>
                </a:moveTo>
                <a:lnTo>
                  <a:pt x="7867" y="214912"/>
                </a:lnTo>
                <a:cubicBezTo>
                  <a:pt x="3524" y="214912"/>
                  <a:pt x="0" y="218436"/>
                  <a:pt x="0" y="222780"/>
                </a:cubicBezTo>
                <a:cubicBezTo>
                  <a:pt x="0" y="227123"/>
                  <a:pt x="3524" y="230638"/>
                  <a:pt x="7867" y="230638"/>
                </a:cubicBezTo>
                <a:lnTo>
                  <a:pt x="18345" y="230638"/>
                </a:lnTo>
                <a:cubicBezTo>
                  <a:pt x="22688" y="230638"/>
                  <a:pt x="26212" y="227123"/>
                  <a:pt x="26212" y="222780"/>
                </a:cubicBezTo>
                <a:cubicBezTo>
                  <a:pt x="26212" y="218436"/>
                  <a:pt x="22688" y="214912"/>
                  <a:pt x="18345" y="214912"/>
                </a:cubicBezTo>
                <a:moveTo>
                  <a:pt x="115319" y="193214"/>
                </a:moveTo>
                <a:cubicBezTo>
                  <a:pt x="115309" y="194338"/>
                  <a:pt x="114595" y="195338"/>
                  <a:pt x="113538" y="195729"/>
                </a:cubicBezTo>
                <a:cubicBezTo>
                  <a:pt x="105451" y="198681"/>
                  <a:pt x="99088" y="205044"/>
                  <a:pt x="96135" y="213131"/>
                </a:cubicBezTo>
                <a:cubicBezTo>
                  <a:pt x="95745" y="214188"/>
                  <a:pt x="94745" y="214903"/>
                  <a:pt x="93621" y="214912"/>
                </a:cubicBezTo>
                <a:lnTo>
                  <a:pt x="55044" y="214912"/>
                </a:lnTo>
                <a:cubicBezTo>
                  <a:pt x="50701" y="214912"/>
                  <a:pt x="47177" y="218436"/>
                  <a:pt x="47177" y="222780"/>
                </a:cubicBezTo>
                <a:cubicBezTo>
                  <a:pt x="47177" y="227123"/>
                  <a:pt x="50701" y="230638"/>
                  <a:pt x="55044" y="230638"/>
                </a:cubicBezTo>
                <a:lnTo>
                  <a:pt x="93621" y="230638"/>
                </a:lnTo>
                <a:cubicBezTo>
                  <a:pt x="94745" y="230657"/>
                  <a:pt x="95745" y="231371"/>
                  <a:pt x="96135" y="232429"/>
                </a:cubicBezTo>
                <a:cubicBezTo>
                  <a:pt x="100126" y="243954"/>
                  <a:pt x="110985" y="251688"/>
                  <a:pt x="123186" y="251688"/>
                </a:cubicBezTo>
                <a:cubicBezTo>
                  <a:pt x="135388" y="251688"/>
                  <a:pt x="146246" y="243954"/>
                  <a:pt x="150237" y="232429"/>
                </a:cubicBezTo>
                <a:cubicBezTo>
                  <a:pt x="150628" y="231371"/>
                  <a:pt x="151618" y="230657"/>
                  <a:pt x="152752" y="230638"/>
                </a:cubicBezTo>
                <a:lnTo>
                  <a:pt x="191328" y="230638"/>
                </a:lnTo>
                <a:cubicBezTo>
                  <a:pt x="195672" y="230638"/>
                  <a:pt x="199196" y="227123"/>
                  <a:pt x="199196" y="222780"/>
                </a:cubicBezTo>
                <a:cubicBezTo>
                  <a:pt x="199196" y="218436"/>
                  <a:pt x="195672" y="214912"/>
                  <a:pt x="191328" y="214912"/>
                </a:cubicBezTo>
                <a:lnTo>
                  <a:pt x="152752" y="214912"/>
                </a:lnTo>
                <a:cubicBezTo>
                  <a:pt x="151618" y="214903"/>
                  <a:pt x="150628" y="214188"/>
                  <a:pt x="150237" y="213131"/>
                </a:cubicBezTo>
                <a:cubicBezTo>
                  <a:pt x="147285" y="205044"/>
                  <a:pt x="140912" y="198681"/>
                  <a:pt x="132826" y="195729"/>
                </a:cubicBezTo>
                <a:cubicBezTo>
                  <a:pt x="131749" y="195367"/>
                  <a:pt x="131035" y="194348"/>
                  <a:pt x="131044" y="193214"/>
                </a:cubicBezTo>
                <a:lnTo>
                  <a:pt x="131044" y="180632"/>
                </a:lnTo>
                <a:cubicBezTo>
                  <a:pt x="131206" y="179289"/>
                  <a:pt x="132321" y="178269"/>
                  <a:pt x="133673" y="178222"/>
                </a:cubicBezTo>
                <a:cubicBezTo>
                  <a:pt x="185042" y="176545"/>
                  <a:pt x="225504" y="158515"/>
                  <a:pt x="225504" y="136293"/>
                </a:cubicBezTo>
                <a:lnTo>
                  <a:pt x="225504" y="118252"/>
                </a:lnTo>
                <a:cubicBezTo>
                  <a:pt x="225466" y="117281"/>
                  <a:pt x="224904" y="116405"/>
                  <a:pt x="224037" y="115947"/>
                </a:cubicBezTo>
                <a:cubicBezTo>
                  <a:pt x="223170" y="115423"/>
                  <a:pt x="222075" y="115423"/>
                  <a:pt x="221208" y="115947"/>
                </a:cubicBezTo>
                <a:cubicBezTo>
                  <a:pt x="200977" y="132511"/>
                  <a:pt x="162601" y="141217"/>
                  <a:pt x="125910" y="141217"/>
                </a:cubicBezTo>
                <a:cubicBezTo>
                  <a:pt x="89220" y="141217"/>
                  <a:pt x="50844" y="132511"/>
                  <a:pt x="30613" y="115947"/>
                </a:cubicBezTo>
                <a:cubicBezTo>
                  <a:pt x="29746" y="115423"/>
                  <a:pt x="28651" y="115423"/>
                  <a:pt x="27784" y="115947"/>
                </a:cubicBezTo>
                <a:cubicBezTo>
                  <a:pt x="26917" y="116405"/>
                  <a:pt x="26355" y="117281"/>
                  <a:pt x="26317" y="118252"/>
                </a:cubicBezTo>
                <a:lnTo>
                  <a:pt x="26317" y="136293"/>
                </a:lnTo>
                <a:cubicBezTo>
                  <a:pt x="26317" y="157257"/>
                  <a:pt x="64055" y="175183"/>
                  <a:pt x="112909" y="178222"/>
                </a:cubicBezTo>
                <a:cubicBezTo>
                  <a:pt x="114319" y="178279"/>
                  <a:pt x="115433" y="179441"/>
                  <a:pt x="115423" y="180841"/>
                </a:cubicBezTo>
                <a:lnTo>
                  <a:pt x="115423" y="193214"/>
                </a:lnTo>
                <a:moveTo>
                  <a:pt x="136293" y="222780"/>
                </a:moveTo>
                <a:cubicBezTo>
                  <a:pt x="136293" y="230019"/>
                  <a:pt x="130425" y="235886"/>
                  <a:pt x="123186" y="235886"/>
                </a:cubicBezTo>
                <a:cubicBezTo>
                  <a:pt x="115947" y="235886"/>
                  <a:pt x="110080" y="230019"/>
                  <a:pt x="110080" y="222780"/>
                </a:cubicBezTo>
                <a:cubicBezTo>
                  <a:pt x="110080" y="215541"/>
                  <a:pt x="115947" y="209673"/>
                  <a:pt x="123186" y="209673"/>
                </a:cubicBezTo>
                <a:cubicBezTo>
                  <a:pt x="130425" y="209673"/>
                  <a:pt x="136293" y="215541"/>
                  <a:pt x="136293" y="222780"/>
                </a:cubicBezTo>
                <a:moveTo>
                  <a:pt x="125806" y="131044"/>
                </a:moveTo>
                <a:cubicBezTo>
                  <a:pt x="180851" y="131044"/>
                  <a:pt x="225399" y="112280"/>
                  <a:pt x="225399" y="89115"/>
                </a:cubicBezTo>
                <a:lnTo>
                  <a:pt x="225399" y="71075"/>
                </a:lnTo>
                <a:cubicBezTo>
                  <a:pt x="225361" y="70104"/>
                  <a:pt x="224799" y="69227"/>
                  <a:pt x="223932" y="68770"/>
                </a:cubicBezTo>
                <a:cubicBezTo>
                  <a:pt x="223065" y="68246"/>
                  <a:pt x="221970" y="68246"/>
                  <a:pt x="221103" y="68770"/>
                </a:cubicBezTo>
                <a:cubicBezTo>
                  <a:pt x="200767" y="85648"/>
                  <a:pt x="162496" y="94354"/>
                  <a:pt x="125806" y="94354"/>
                </a:cubicBezTo>
                <a:cubicBezTo>
                  <a:pt x="89115" y="94354"/>
                  <a:pt x="50739" y="85648"/>
                  <a:pt x="30508" y="69084"/>
                </a:cubicBezTo>
                <a:cubicBezTo>
                  <a:pt x="29641" y="68560"/>
                  <a:pt x="28546" y="68560"/>
                  <a:pt x="27679" y="69084"/>
                </a:cubicBezTo>
                <a:cubicBezTo>
                  <a:pt x="26812" y="69542"/>
                  <a:pt x="26250" y="70418"/>
                  <a:pt x="26212" y="71389"/>
                </a:cubicBezTo>
                <a:lnTo>
                  <a:pt x="26212" y="89115"/>
                </a:lnTo>
                <a:cubicBezTo>
                  <a:pt x="26212" y="112280"/>
                  <a:pt x="70770" y="131044"/>
                  <a:pt x="125806" y="131044"/>
                </a:cubicBezTo>
                <a:moveTo>
                  <a:pt x="26212" y="41938"/>
                </a:moveTo>
                <a:cubicBezTo>
                  <a:pt x="26212" y="65093"/>
                  <a:pt x="70799" y="83867"/>
                  <a:pt x="125806" y="83867"/>
                </a:cubicBezTo>
                <a:cubicBezTo>
                  <a:pt x="180813" y="83867"/>
                  <a:pt x="225399" y="65093"/>
                  <a:pt x="225399" y="41938"/>
                </a:cubicBezTo>
                <a:cubicBezTo>
                  <a:pt x="225399" y="18773"/>
                  <a:pt x="180813" y="0"/>
                  <a:pt x="125806" y="0"/>
                </a:cubicBezTo>
                <a:cubicBezTo>
                  <a:pt x="70799" y="0"/>
                  <a:pt x="26212" y="18773"/>
                  <a:pt x="26212" y="4193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96059" y="3116865"/>
            <a:ext cx="240811" cy="248754"/>
          </a:xfrm>
          <a:custGeom>
            <a:avLst/>
            <a:gdLst/>
            <a:ahLst/>
            <a:cxnLst/>
            <a:rect l="0" t="0" r="0" b="0"/>
            <a:pathLst>
              <a:path w="240811" h="248754">
                <a:moveTo>
                  <a:pt x="36385" y="43376"/>
                </a:moveTo>
                <a:cubicBezTo>
                  <a:pt x="33318" y="46529"/>
                  <a:pt x="33385" y="51577"/>
                  <a:pt x="36537" y="54644"/>
                </a:cubicBezTo>
                <a:cubicBezTo>
                  <a:pt x="39690" y="57711"/>
                  <a:pt x="44738" y="57645"/>
                  <a:pt x="47805" y="54483"/>
                </a:cubicBezTo>
                <a:cubicBezTo>
                  <a:pt x="52978" y="49463"/>
                  <a:pt x="61198" y="49463"/>
                  <a:pt x="66370" y="54483"/>
                </a:cubicBezTo>
                <a:cubicBezTo>
                  <a:pt x="69437" y="57550"/>
                  <a:pt x="74409" y="57550"/>
                  <a:pt x="77476" y="54483"/>
                </a:cubicBezTo>
                <a:cubicBezTo>
                  <a:pt x="80543" y="51415"/>
                  <a:pt x="80543" y="46443"/>
                  <a:pt x="77476" y="43376"/>
                </a:cubicBezTo>
                <a:cubicBezTo>
                  <a:pt x="66017" y="32299"/>
                  <a:pt x="47844" y="32299"/>
                  <a:pt x="36385" y="43376"/>
                </a:cubicBezTo>
                <a:moveTo>
                  <a:pt x="25898" y="32261"/>
                </a:moveTo>
                <a:cubicBezTo>
                  <a:pt x="43281" y="14935"/>
                  <a:pt x="71408" y="14935"/>
                  <a:pt x="88801" y="32261"/>
                </a:cubicBezTo>
                <a:cubicBezTo>
                  <a:pt x="90297" y="33699"/>
                  <a:pt x="92278" y="34528"/>
                  <a:pt x="94354" y="34566"/>
                </a:cubicBezTo>
                <a:cubicBezTo>
                  <a:pt x="96221" y="34394"/>
                  <a:pt x="97955" y="33575"/>
                  <a:pt x="99288" y="32261"/>
                </a:cubicBezTo>
                <a:cubicBezTo>
                  <a:pt x="102346" y="29194"/>
                  <a:pt x="102346" y="24222"/>
                  <a:pt x="99288" y="21145"/>
                </a:cubicBezTo>
                <a:cubicBezTo>
                  <a:pt x="87991" y="9820"/>
                  <a:pt x="72656" y="3457"/>
                  <a:pt x="56664" y="3457"/>
                </a:cubicBezTo>
                <a:cubicBezTo>
                  <a:pt x="40671" y="3457"/>
                  <a:pt x="25346" y="9820"/>
                  <a:pt x="14049" y="21145"/>
                </a:cubicBezTo>
                <a:cubicBezTo>
                  <a:pt x="10982" y="24422"/>
                  <a:pt x="11153" y="29556"/>
                  <a:pt x="14420" y="32623"/>
                </a:cubicBezTo>
                <a:cubicBezTo>
                  <a:pt x="17687" y="35699"/>
                  <a:pt x="22831" y="35528"/>
                  <a:pt x="25898" y="32261"/>
                </a:cubicBezTo>
                <a:moveTo>
                  <a:pt x="174345" y="39919"/>
                </a:moveTo>
                <a:cubicBezTo>
                  <a:pt x="171249" y="42986"/>
                  <a:pt x="171221" y="47986"/>
                  <a:pt x="174297" y="51082"/>
                </a:cubicBezTo>
                <a:cubicBezTo>
                  <a:pt x="177365" y="54178"/>
                  <a:pt x="182365" y="54206"/>
                  <a:pt x="185461" y="51130"/>
                </a:cubicBezTo>
                <a:cubicBezTo>
                  <a:pt x="187928" y="48634"/>
                  <a:pt x="191281" y="47234"/>
                  <a:pt x="194795" y="47234"/>
                </a:cubicBezTo>
                <a:cubicBezTo>
                  <a:pt x="198300" y="47234"/>
                  <a:pt x="201663" y="48634"/>
                  <a:pt x="204120" y="51130"/>
                </a:cubicBezTo>
                <a:cubicBezTo>
                  <a:pt x="205597" y="52606"/>
                  <a:pt x="207597" y="53435"/>
                  <a:pt x="209683" y="53435"/>
                </a:cubicBezTo>
                <a:cubicBezTo>
                  <a:pt x="211721" y="53368"/>
                  <a:pt x="213655" y="52549"/>
                  <a:pt x="215131" y="51130"/>
                </a:cubicBezTo>
                <a:cubicBezTo>
                  <a:pt x="218198" y="48063"/>
                  <a:pt x="218198" y="43091"/>
                  <a:pt x="215131" y="40024"/>
                </a:cubicBezTo>
                <a:cubicBezTo>
                  <a:pt x="203873" y="28784"/>
                  <a:pt x="185661" y="28736"/>
                  <a:pt x="174345" y="39919"/>
                </a:cubicBezTo>
                <a:moveTo>
                  <a:pt x="163239" y="28803"/>
                </a:moveTo>
                <a:cubicBezTo>
                  <a:pt x="180622" y="11477"/>
                  <a:pt x="208749" y="11477"/>
                  <a:pt x="226142" y="28803"/>
                </a:cubicBezTo>
                <a:cubicBezTo>
                  <a:pt x="227628" y="30260"/>
                  <a:pt x="229609" y="31080"/>
                  <a:pt x="231695" y="31108"/>
                </a:cubicBezTo>
                <a:cubicBezTo>
                  <a:pt x="233772" y="31061"/>
                  <a:pt x="235753" y="30241"/>
                  <a:pt x="237248" y="28803"/>
                </a:cubicBezTo>
                <a:cubicBezTo>
                  <a:pt x="240315" y="25736"/>
                  <a:pt x="240315" y="20754"/>
                  <a:pt x="237248" y="17687"/>
                </a:cubicBezTo>
                <a:cubicBezTo>
                  <a:pt x="225961" y="6362"/>
                  <a:pt x="210626" y="0"/>
                  <a:pt x="194633" y="0"/>
                </a:cubicBezTo>
                <a:cubicBezTo>
                  <a:pt x="178641" y="0"/>
                  <a:pt x="163306" y="6362"/>
                  <a:pt x="152019" y="17687"/>
                </a:cubicBezTo>
                <a:cubicBezTo>
                  <a:pt x="150523" y="19145"/>
                  <a:pt x="149675" y="21155"/>
                  <a:pt x="149675" y="23250"/>
                </a:cubicBezTo>
                <a:cubicBezTo>
                  <a:pt x="149675" y="25336"/>
                  <a:pt x="150523" y="27346"/>
                  <a:pt x="152019" y="28803"/>
                </a:cubicBezTo>
                <a:cubicBezTo>
                  <a:pt x="153495" y="30308"/>
                  <a:pt x="155514" y="31156"/>
                  <a:pt x="157629" y="31156"/>
                </a:cubicBezTo>
                <a:cubicBezTo>
                  <a:pt x="159734" y="31156"/>
                  <a:pt x="161753" y="30308"/>
                  <a:pt x="163239" y="28803"/>
                </a:cubicBezTo>
                <a:moveTo>
                  <a:pt x="135245" y="187423"/>
                </a:moveTo>
                <a:lnTo>
                  <a:pt x="17716" y="187423"/>
                </a:lnTo>
                <a:cubicBezTo>
                  <a:pt x="15754" y="187423"/>
                  <a:pt x="14154" y="185823"/>
                  <a:pt x="14154" y="183861"/>
                </a:cubicBezTo>
                <a:lnTo>
                  <a:pt x="14154" y="94116"/>
                </a:lnTo>
                <a:cubicBezTo>
                  <a:pt x="14154" y="92144"/>
                  <a:pt x="15754" y="90554"/>
                  <a:pt x="17716" y="90554"/>
                </a:cubicBezTo>
                <a:lnTo>
                  <a:pt x="135245" y="90554"/>
                </a:lnTo>
                <a:cubicBezTo>
                  <a:pt x="136436" y="85305"/>
                  <a:pt x="138722" y="80381"/>
                  <a:pt x="141951" y="76085"/>
                </a:cubicBezTo>
                <a:lnTo>
                  <a:pt x="10487" y="76085"/>
                </a:lnTo>
                <a:cubicBezTo>
                  <a:pt x="4695" y="76085"/>
                  <a:pt x="0" y="80781"/>
                  <a:pt x="0" y="86572"/>
                </a:cubicBezTo>
                <a:lnTo>
                  <a:pt x="0" y="205768"/>
                </a:lnTo>
                <a:cubicBezTo>
                  <a:pt x="0" y="211559"/>
                  <a:pt x="4695" y="216255"/>
                  <a:pt x="10487" y="216255"/>
                </a:cubicBezTo>
                <a:lnTo>
                  <a:pt x="77162" y="216255"/>
                </a:lnTo>
                <a:cubicBezTo>
                  <a:pt x="78124" y="216303"/>
                  <a:pt x="78895" y="217074"/>
                  <a:pt x="78943" y="218036"/>
                </a:cubicBezTo>
                <a:lnTo>
                  <a:pt x="78943" y="232505"/>
                </a:lnTo>
                <a:cubicBezTo>
                  <a:pt x="78895" y="233467"/>
                  <a:pt x="78124" y="234229"/>
                  <a:pt x="77162" y="234286"/>
                </a:cubicBezTo>
                <a:lnTo>
                  <a:pt x="53787" y="234286"/>
                </a:lnTo>
                <a:cubicBezTo>
                  <a:pt x="49787" y="234286"/>
                  <a:pt x="46548" y="237524"/>
                  <a:pt x="46548" y="241515"/>
                </a:cubicBezTo>
                <a:cubicBezTo>
                  <a:pt x="46548" y="245516"/>
                  <a:pt x="49787" y="248754"/>
                  <a:pt x="53787" y="248754"/>
                </a:cubicBezTo>
                <a:lnTo>
                  <a:pt x="118576" y="248754"/>
                </a:lnTo>
                <a:cubicBezTo>
                  <a:pt x="122567" y="248754"/>
                  <a:pt x="125806" y="245516"/>
                  <a:pt x="125806" y="241515"/>
                </a:cubicBezTo>
                <a:cubicBezTo>
                  <a:pt x="125806" y="237524"/>
                  <a:pt x="122567" y="234286"/>
                  <a:pt x="118576" y="234286"/>
                </a:cubicBezTo>
                <a:lnTo>
                  <a:pt x="95192" y="234286"/>
                </a:lnTo>
                <a:cubicBezTo>
                  <a:pt x="94211" y="234286"/>
                  <a:pt x="93411" y="233486"/>
                  <a:pt x="93411" y="232505"/>
                </a:cubicBezTo>
                <a:lnTo>
                  <a:pt x="93411" y="218874"/>
                </a:lnTo>
                <a:cubicBezTo>
                  <a:pt x="93411" y="217884"/>
                  <a:pt x="94211" y="217093"/>
                  <a:pt x="95192" y="217093"/>
                </a:cubicBezTo>
                <a:lnTo>
                  <a:pt x="162191" y="217093"/>
                </a:lnTo>
                <a:cubicBezTo>
                  <a:pt x="162706" y="217141"/>
                  <a:pt x="163239" y="217141"/>
                  <a:pt x="163763" y="217093"/>
                </a:cubicBezTo>
                <a:cubicBezTo>
                  <a:pt x="149256" y="213664"/>
                  <a:pt x="138093" y="202053"/>
                  <a:pt x="135245" y="187423"/>
                </a:cubicBezTo>
                <a:moveTo>
                  <a:pt x="217960" y="76190"/>
                </a:moveTo>
                <a:lnTo>
                  <a:pt x="171516" y="76190"/>
                </a:lnTo>
                <a:cubicBezTo>
                  <a:pt x="158915" y="76247"/>
                  <a:pt x="148723" y="86448"/>
                  <a:pt x="148666" y="99040"/>
                </a:cubicBezTo>
                <a:lnTo>
                  <a:pt x="148666" y="179241"/>
                </a:lnTo>
                <a:cubicBezTo>
                  <a:pt x="148675" y="183794"/>
                  <a:pt x="150028" y="188242"/>
                  <a:pt x="152542" y="192033"/>
                </a:cubicBezTo>
                <a:cubicBezTo>
                  <a:pt x="156705" y="198501"/>
                  <a:pt x="163830" y="202434"/>
                  <a:pt x="171516" y="202520"/>
                </a:cubicBezTo>
                <a:lnTo>
                  <a:pt x="217960" y="202520"/>
                </a:lnTo>
                <a:cubicBezTo>
                  <a:pt x="230562" y="202463"/>
                  <a:pt x="240753" y="192262"/>
                  <a:pt x="240811" y="179660"/>
                </a:cubicBezTo>
                <a:lnTo>
                  <a:pt x="240811" y="99040"/>
                </a:lnTo>
                <a:cubicBezTo>
                  <a:pt x="240753" y="86448"/>
                  <a:pt x="230562" y="76247"/>
                  <a:pt x="217960" y="76190"/>
                </a:cubicBezTo>
                <a:moveTo>
                  <a:pt x="169630" y="99040"/>
                </a:moveTo>
                <a:cubicBezTo>
                  <a:pt x="169630" y="98002"/>
                  <a:pt x="170478" y="97154"/>
                  <a:pt x="171516" y="97154"/>
                </a:cubicBezTo>
                <a:lnTo>
                  <a:pt x="217960" y="97154"/>
                </a:lnTo>
                <a:cubicBezTo>
                  <a:pt x="218998" y="97154"/>
                  <a:pt x="219846" y="98002"/>
                  <a:pt x="219846" y="99040"/>
                </a:cubicBezTo>
                <a:lnTo>
                  <a:pt x="219846" y="165506"/>
                </a:lnTo>
                <a:lnTo>
                  <a:pt x="169630" y="165506"/>
                </a:lnTo>
                <a:lnTo>
                  <a:pt x="169630" y="9904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08021" y="3388179"/>
            <a:ext cx="249955" cy="251612"/>
          </a:xfrm>
          <a:custGeom>
            <a:avLst/>
            <a:gdLst/>
            <a:ahLst/>
            <a:cxnLst/>
            <a:rect l="0" t="0" r="0" b="0"/>
            <a:pathLst>
              <a:path w="249955" h="251612">
                <a:moveTo>
                  <a:pt x="122662" y="20964"/>
                </a:moveTo>
                <a:cubicBezTo>
                  <a:pt x="90192" y="20964"/>
                  <a:pt x="61664" y="35261"/>
                  <a:pt x="42652" y="58083"/>
                </a:cubicBezTo>
                <a:cubicBezTo>
                  <a:pt x="40281" y="61064"/>
                  <a:pt x="36490" y="62522"/>
                  <a:pt x="32737" y="61912"/>
                </a:cubicBezTo>
                <a:cubicBezTo>
                  <a:pt x="28975" y="61293"/>
                  <a:pt x="25850" y="58683"/>
                  <a:pt x="24564" y="55102"/>
                </a:cubicBezTo>
                <a:cubicBezTo>
                  <a:pt x="23288" y="51520"/>
                  <a:pt x="24041" y="47520"/>
                  <a:pt x="26546" y="44662"/>
                </a:cubicBezTo>
                <a:cubicBezTo>
                  <a:pt x="49463" y="17164"/>
                  <a:pt x="83839" y="0"/>
                  <a:pt x="122662" y="0"/>
                </a:cubicBezTo>
                <a:cubicBezTo>
                  <a:pt x="159296" y="0"/>
                  <a:pt x="192376" y="16011"/>
                  <a:pt x="215169" y="39947"/>
                </a:cubicBezTo>
                <a:cubicBezTo>
                  <a:pt x="219160" y="44138"/>
                  <a:pt x="219008" y="50768"/>
                  <a:pt x="214817" y="54768"/>
                </a:cubicBezTo>
                <a:cubicBezTo>
                  <a:pt x="210616" y="58759"/>
                  <a:pt x="203987" y="58597"/>
                  <a:pt x="199986" y="54406"/>
                </a:cubicBezTo>
                <a:cubicBezTo>
                  <a:pt x="180851" y="34309"/>
                  <a:pt x="153123" y="20964"/>
                  <a:pt x="122662" y="20964"/>
                </a:cubicBezTo>
                <a:moveTo>
                  <a:pt x="15725" y="78628"/>
                </a:moveTo>
                <a:cubicBezTo>
                  <a:pt x="11382" y="78628"/>
                  <a:pt x="7372" y="80095"/>
                  <a:pt x="4419" y="83038"/>
                </a:cubicBezTo>
                <a:cubicBezTo>
                  <a:pt x="1476" y="86001"/>
                  <a:pt x="0" y="90011"/>
                  <a:pt x="0" y="94354"/>
                </a:cubicBezTo>
                <a:lnTo>
                  <a:pt x="0" y="153066"/>
                </a:lnTo>
                <a:cubicBezTo>
                  <a:pt x="0" y="157400"/>
                  <a:pt x="1466" y="161420"/>
                  <a:pt x="4419" y="164372"/>
                </a:cubicBezTo>
                <a:cubicBezTo>
                  <a:pt x="7372" y="167306"/>
                  <a:pt x="11382" y="168792"/>
                  <a:pt x="15725" y="168792"/>
                </a:cubicBezTo>
                <a:lnTo>
                  <a:pt x="68141" y="168792"/>
                </a:lnTo>
                <a:cubicBezTo>
                  <a:pt x="72485" y="168792"/>
                  <a:pt x="76504" y="167316"/>
                  <a:pt x="79457" y="164372"/>
                </a:cubicBezTo>
                <a:cubicBezTo>
                  <a:pt x="82391" y="161420"/>
                  <a:pt x="83867" y="157400"/>
                  <a:pt x="83867" y="153066"/>
                </a:cubicBezTo>
                <a:lnTo>
                  <a:pt x="83867" y="134188"/>
                </a:lnTo>
                <a:lnTo>
                  <a:pt x="104841" y="134188"/>
                </a:lnTo>
                <a:lnTo>
                  <a:pt x="104841" y="153066"/>
                </a:lnTo>
                <a:cubicBezTo>
                  <a:pt x="104841" y="157400"/>
                  <a:pt x="106308" y="161420"/>
                  <a:pt x="109251" y="164372"/>
                </a:cubicBezTo>
                <a:cubicBezTo>
                  <a:pt x="112214" y="167306"/>
                  <a:pt x="116224" y="168792"/>
                  <a:pt x="120567" y="168792"/>
                </a:cubicBezTo>
                <a:lnTo>
                  <a:pt x="172983" y="168792"/>
                </a:lnTo>
                <a:cubicBezTo>
                  <a:pt x="177326" y="168792"/>
                  <a:pt x="181336" y="167316"/>
                  <a:pt x="184299" y="164372"/>
                </a:cubicBezTo>
                <a:cubicBezTo>
                  <a:pt x="187232" y="161420"/>
                  <a:pt x="188709" y="157400"/>
                  <a:pt x="188709" y="153066"/>
                </a:cubicBezTo>
                <a:lnTo>
                  <a:pt x="188709" y="134188"/>
                </a:lnTo>
                <a:lnTo>
                  <a:pt x="207006" y="134188"/>
                </a:lnTo>
                <a:lnTo>
                  <a:pt x="207006" y="144675"/>
                </a:lnTo>
                <a:cubicBezTo>
                  <a:pt x="207006" y="148913"/>
                  <a:pt x="209559" y="152733"/>
                  <a:pt x="213474" y="154362"/>
                </a:cubicBezTo>
                <a:cubicBezTo>
                  <a:pt x="217389" y="155981"/>
                  <a:pt x="221903" y="155086"/>
                  <a:pt x="224894" y="152085"/>
                </a:cubicBezTo>
                <a:lnTo>
                  <a:pt x="245868" y="131121"/>
                </a:lnTo>
                <a:cubicBezTo>
                  <a:pt x="249955" y="127025"/>
                  <a:pt x="249955" y="120386"/>
                  <a:pt x="245868" y="116300"/>
                </a:cubicBezTo>
                <a:lnTo>
                  <a:pt x="224894" y="95326"/>
                </a:lnTo>
                <a:cubicBezTo>
                  <a:pt x="221903" y="92335"/>
                  <a:pt x="217389" y="91430"/>
                  <a:pt x="213474" y="93059"/>
                </a:cubicBezTo>
                <a:cubicBezTo>
                  <a:pt x="209559" y="94678"/>
                  <a:pt x="207006" y="98498"/>
                  <a:pt x="207006" y="102736"/>
                </a:cubicBezTo>
                <a:lnTo>
                  <a:pt x="207006" y="113223"/>
                </a:lnTo>
                <a:lnTo>
                  <a:pt x="188709" y="113223"/>
                </a:lnTo>
                <a:lnTo>
                  <a:pt x="188709" y="94354"/>
                </a:lnTo>
                <a:cubicBezTo>
                  <a:pt x="188709" y="90011"/>
                  <a:pt x="187242" y="86001"/>
                  <a:pt x="184299" y="83038"/>
                </a:cubicBezTo>
                <a:cubicBezTo>
                  <a:pt x="181260" y="80124"/>
                  <a:pt x="177193" y="78533"/>
                  <a:pt x="172983" y="78628"/>
                </a:cubicBezTo>
                <a:lnTo>
                  <a:pt x="120567" y="78628"/>
                </a:lnTo>
                <a:cubicBezTo>
                  <a:pt x="116224" y="78628"/>
                  <a:pt x="112214" y="80095"/>
                  <a:pt x="109251" y="83038"/>
                </a:cubicBezTo>
                <a:cubicBezTo>
                  <a:pt x="106318" y="86001"/>
                  <a:pt x="104841" y="90011"/>
                  <a:pt x="104841" y="94354"/>
                </a:cubicBezTo>
                <a:lnTo>
                  <a:pt x="104841" y="113223"/>
                </a:lnTo>
                <a:lnTo>
                  <a:pt x="83867" y="113223"/>
                </a:lnTo>
                <a:lnTo>
                  <a:pt x="83867" y="94354"/>
                </a:lnTo>
                <a:cubicBezTo>
                  <a:pt x="83867" y="90011"/>
                  <a:pt x="82400" y="86001"/>
                  <a:pt x="79457" y="83038"/>
                </a:cubicBezTo>
                <a:cubicBezTo>
                  <a:pt x="76428" y="80124"/>
                  <a:pt x="72351" y="78533"/>
                  <a:pt x="68141" y="78628"/>
                </a:cubicBezTo>
                <a:lnTo>
                  <a:pt x="15725" y="78628"/>
                </a:lnTo>
                <a:moveTo>
                  <a:pt x="39881" y="187709"/>
                </a:moveTo>
                <a:cubicBezTo>
                  <a:pt x="36433" y="183060"/>
                  <a:pt x="29870" y="182079"/>
                  <a:pt x="25212" y="185518"/>
                </a:cubicBezTo>
                <a:cubicBezTo>
                  <a:pt x="20564" y="188966"/>
                  <a:pt x="19583" y="195529"/>
                  <a:pt x="23021" y="200186"/>
                </a:cubicBezTo>
                <a:cubicBezTo>
                  <a:pt x="45815" y="230952"/>
                  <a:pt x="82381" y="251612"/>
                  <a:pt x="123710" y="251612"/>
                </a:cubicBezTo>
                <a:cubicBezTo>
                  <a:pt x="165039" y="251612"/>
                  <a:pt x="201606" y="230952"/>
                  <a:pt x="224399" y="200186"/>
                </a:cubicBezTo>
                <a:cubicBezTo>
                  <a:pt x="227704" y="195529"/>
                  <a:pt x="226685" y="189080"/>
                  <a:pt x="222094" y="185680"/>
                </a:cubicBezTo>
                <a:cubicBezTo>
                  <a:pt x="217503" y="182289"/>
                  <a:pt x="211035" y="183184"/>
                  <a:pt x="207549" y="187709"/>
                </a:cubicBezTo>
                <a:cubicBezTo>
                  <a:pt x="188394" y="213550"/>
                  <a:pt x="157867" y="230638"/>
                  <a:pt x="123710" y="230638"/>
                </a:cubicBezTo>
                <a:cubicBezTo>
                  <a:pt x="89554" y="230638"/>
                  <a:pt x="59026" y="213550"/>
                  <a:pt x="39881" y="187709"/>
                </a:cubicBezTo>
                <a:moveTo>
                  <a:pt x="41938" y="135274"/>
                </a:moveTo>
                <a:cubicBezTo>
                  <a:pt x="35547" y="135274"/>
                  <a:pt x="30375" y="130092"/>
                  <a:pt x="30375" y="123710"/>
                </a:cubicBezTo>
                <a:cubicBezTo>
                  <a:pt x="30375" y="117319"/>
                  <a:pt x="35547" y="112147"/>
                  <a:pt x="41938" y="112147"/>
                </a:cubicBezTo>
                <a:cubicBezTo>
                  <a:pt x="48320" y="112147"/>
                  <a:pt x="53501" y="117319"/>
                  <a:pt x="53501" y="123710"/>
                </a:cubicBezTo>
                <a:cubicBezTo>
                  <a:pt x="53501" y="130092"/>
                  <a:pt x="48320" y="135274"/>
                  <a:pt x="41938" y="135274"/>
                </a:cubicBezTo>
                <a:moveTo>
                  <a:pt x="158334" y="123710"/>
                </a:moveTo>
                <a:cubicBezTo>
                  <a:pt x="158343" y="130092"/>
                  <a:pt x="153162" y="135274"/>
                  <a:pt x="146770" y="135274"/>
                </a:cubicBezTo>
                <a:cubicBezTo>
                  <a:pt x="140388" y="135274"/>
                  <a:pt x="135207" y="130092"/>
                  <a:pt x="135207" y="123710"/>
                </a:cubicBezTo>
                <a:cubicBezTo>
                  <a:pt x="135207" y="117319"/>
                  <a:pt x="140388" y="112147"/>
                  <a:pt x="146770" y="112147"/>
                </a:cubicBezTo>
                <a:cubicBezTo>
                  <a:pt x="153162" y="112147"/>
                  <a:pt x="158334" y="117319"/>
                  <a:pt x="158334" y="1237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8199" y="2255911"/>
            <a:ext cx="849057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Roboto"/>
              </a:rPr>
              <a:t>Factory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0537" y="2465586"/>
            <a:ext cx="896016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Roboto"/>
              </a:rPr>
              <a:t>Abstract Factory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2286" y="2004300"/>
            <a:ext cx="514267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Roboto"/>
              </a:rPr>
              <a:t>Singleton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8199" y="2717196"/>
            <a:ext cx="354769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Roboto"/>
              </a:rPr>
              <a:t>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7790" y="2926872"/>
            <a:ext cx="308763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Roboto"/>
              </a:rPr>
              <a:t>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8199" y="3178482"/>
            <a:ext cx="492502" cy="1258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Roboto"/>
              </a:rPr>
              <a:t>Observer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760280" y="3388160"/>
            <a:ext cx="666273" cy="251649"/>
            <a:chOff x="3760280" y="3388160"/>
            <a:chExt cx="666273" cy="251649"/>
          </a:xfrm>
        </p:grpSpPr>
        <p:sp>
          <p:nvSpPr>
            <p:cNvPr id="26" name="TextBox 25"/>
            <p:cNvSpPr txBox="1"/>
            <p:nvPr/>
          </p:nvSpPr>
          <p:spPr>
            <a:xfrm>
              <a:off x="3660340" y="3388160"/>
              <a:ext cx="766213" cy="125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000000"/>
                  </a:solidFill>
                  <a:latin typeface="Roboto"/>
                </a:rPr>
                <a:t>Chain of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60340" y="3513985"/>
              <a:ext cx="766213" cy="125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000000"/>
                  </a:solidFill>
                  <a:latin typeface="Roboto"/>
                </a:rPr>
                <a:t>Responsibility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97731" y="371475"/>
            <a:ext cx="7348537" cy="800100"/>
            <a:chOff x="897731" y="371475"/>
            <a:chExt cx="7348537" cy="800100"/>
          </a:xfrm>
        </p:grpSpPr>
        <p:sp>
          <p:nvSpPr>
            <p:cNvPr id="29" name="TextBox 28"/>
            <p:cNvSpPr txBox="1"/>
            <p:nvPr/>
          </p:nvSpPr>
          <p:spPr>
            <a:xfrm>
              <a:off x="346591" y="371475"/>
              <a:ext cx="845081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000000"/>
                  </a:solidFill>
                  <a:latin typeface="Roboto"/>
                </a:rPr>
                <a:t>Which design pattern should be used for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46591" y="771525"/>
              <a:ext cx="845081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000000"/>
                  </a:solidFill>
                  <a:latin typeface="Roboto"/>
                </a:rPr>
                <a:t>specific functionalities?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54114" y="2708185"/>
            <a:ext cx="498654" cy="498654"/>
          </a:xfrm>
          <a:custGeom>
            <a:avLst/>
            <a:gdLst/>
            <a:ahLst/>
            <a:cxnLst/>
            <a:rect l="0" t="0" r="0" b="0"/>
            <a:pathLst>
              <a:path w="498654" h="498654">
                <a:moveTo>
                  <a:pt x="498654" y="249327"/>
                </a:moveTo>
                <a:cubicBezTo>
                  <a:pt x="498654" y="111627"/>
                  <a:pt x="387026" y="0"/>
                  <a:pt x="249327" y="0"/>
                </a:cubicBezTo>
                <a:cubicBezTo>
                  <a:pt x="111627" y="0"/>
                  <a:pt x="0" y="111627"/>
                  <a:pt x="0" y="249327"/>
                </a:cubicBezTo>
                <a:cubicBezTo>
                  <a:pt x="0" y="387026"/>
                  <a:pt x="111627" y="498654"/>
                  <a:pt x="249327" y="498654"/>
                </a:cubicBezTo>
                <a:cubicBezTo>
                  <a:pt x="387026" y="498654"/>
                  <a:pt x="498654" y="387026"/>
                  <a:pt x="498654" y="249327"/>
                </a:cubicBezTo>
                <a:close/>
              </a:path>
            </a:pathLst>
          </a:custGeom>
          <a:noFill/>
          <a:ln w="51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5079311" y="3381643"/>
            <a:ext cx="521969" cy="506063"/>
            <a:chOff x="5079311" y="3381643"/>
            <a:chExt cx="521969" cy="506063"/>
          </a:xfrm>
        </p:grpSpPr>
        <p:sp>
          <p:nvSpPr>
            <p:cNvPr id="3" name="Rounded Rectangle 2"/>
            <p:cNvSpPr/>
            <p:nvPr/>
          </p:nvSpPr>
          <p:spPr>
            <a:xfrm>
              <a:off x="5087026" y="3392026"/>
              <a:ext cx="514254" cy="495680"/>
            </a:xfrm>
            <a:custGeom>
              <a:avLst/>
              <a:gdLst/>
              <a:ahLst/>
              <a:cxnLst/>
              <a:rect l="0" t="0" r="0" b="0"/>
              <a:pathLst>
                <a:path w="514254" h="495680">
                  <a:moveTo>
                    <a:pt x="0" y="0"/>
                  </a:moveTo>
                  <a:cubicBezTo>
                    <a:pt x="105346" y="221265"/>
                    <a:pt x="288512" y="398335"/>
                    <a:pt x="514254" y="49568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079311" y="3381643"/>
              <a:ext cx="40957" cy="45719"/>
            </a:xfrm>
            <a:custGeom>
              <a:avLst/>
              <a:gdLst/>
              <a:ahLst/>
              <a:cxnLst/>
              <a:rect l="0" t="0" r="0" b="0"/>
              <a:pathLst>
                <a:path w="40957" h="45719">
                  <a:moveTo>
                    <a:pt x="2857" y="0"/>
                  </a:moveTo>
                  <a:lnTo>
                    <a:pt x="40957" y="26669"/>
                  </a:lnTo>
                  <a:lnTo>
                    <a:pt x="0" y="45719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5751422" y="3705495"/>
            <a:ext cx="498654" cy="498654"/>
          </a:xfrm>
          <a:custGeom>
            <a:avLst/>
            <a:gdLst/>
            <a:ahLst/>
            <a:cxnLst/>
            <a:rect l="0" t="0" r="0" b="0"/>
            <a:pathLst>
              <a:path w="498654" h="498654">
                <a:moveTo>
                  <a:pt x="498654" y="249327"/>
                </a:moveTo>
                <a:cubicBezTo>
                  <a:pt x="498654" y="111627"/>
                  <a:pt x="387026" y="0"/>
                  <a:pt x="249327" y="0"/>
                </a:cubicBezTo>
                <a:cubicBezTo>
                  <a:pt x="111627" y="0"/>
                  <a:pt x="0" y="111627"/>
                  <a:pt x="0" y="249327"/>
                </a:cubicBezTo>
                <a:cubicBezTo>
                  <a:pt x="0" y="387026"/>
                  <a:pt x="111627" y="498654"/>
                  <a:pt x="249327" y="498654"/>
                </a:cubicBezTo>
                <a:cubicBezTo>
                  <a:pt x="387026" y="498654"/>
                  <a:pt x="498654" y="387026"/>
                  <a:pt x="498654" y="249327"/>
                </a:cubicBezTo>
                <a:close/>
              </a:path>
            </a:pathLst>
          </a:custGeom>
          <a:noFill/>
          <a:ln w="51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6423468" y="3353769"/>
            <a:ext cx="511301" cy="528638"/>
            <a:chOff x="6423468" y="3353769"/>
            <a:chExt cx="511301" cy="528638"/>
          </a:xfrm>
        </p:grpSpPr>
        <p:sp>
          <p:nvSpPr>
            <p:cNvPr id="7" name="Rounded Rectangle 6"/>
            <p:cNvSpPr/>
            <p:nvPr/>
          </p:nvSpPr>
          <p:spPr>
            <a:xfrm>
              <a:off x="6434136" y="3353769"/>
              <a:ext cx="500633" cy="520160"/>
            </a:xfrm>
            <a:custGeom>
              <a:avLst/>
              <a:gdLst/>
              <a:ahLst/>
              <a:cxnLst/>
              <a:rect l="0" t="0" r="0" b="0"/>
              <a:pathLst>
                <a:path w="500633" h="520160">
                  <a:moveTo>
                    <a:pt x="0" y="520160"/>
                  </a:moveTo>
                  <a:cubicBezTo>
                    <a:pt x="224123" y="414337"/>
                    <a:pt x="403288" y="228695"/>
                    <a:pt x="500633" y="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423468" y="3840497"/>
              <a:ext cx="45719" cy="41910"/>
            </a:xfrm>
            <a:custGeom>
              <a:avLst/>
              <a:gdLst/>
              <a:ahLst/>
              <a:cxnLst/>
              <a:rect l="0" t="0" r="0" b="0"/>
              <a:pathLst>
                <a:path w="45719" h="41910">
                  <a:moveTo>
                    <a:pt x="0" y="38100"/>
                  </a:moveTo>
                  <a:lnTo>
                    <a:pt x="26669" y="0"/>
                  </a:lnTo>
                  <a:lnTo>
                    <a:pt x="45719" y="4191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6745856" y="2708183"/>
            <a:ext cx="498654" cy="498654"/>
          </a:xfrm>
          <a:custGeom>
            <a:avLst/>
            <a:gdLst/>
            <a:ahLst/>
            <a:cxnLst/>
            <a:rect l="0" t="0" r="0" b="0"/>
            <a:pathLst>
              <a:path w="498654" h="498654">
                <a:moveTo>
                  <a:pt x="498654" y="249327"/>
                </a:moveTo>
                <a:cubicBezTo>
                  <a:pt x="498654" y="111627"/>
                  <a:pt x="387026" y="0"/>
                  <a:pt x="249327" y="0"/>
                </a:cubicBezTo>
                <a:cubicBezTo>
                  <a:pt x="111627" y="0"/>
                  <a:pt x="0" y="111627"/>
                  <a:pt x="0" y="249327"/>
                </a:cubicBezTo>
                <a:cubicBezTo>
                  <a:pt x="0" y="387026"/>
                  <a:pt x="111627" y="498654"/>
                  <a:pt x="249327" y="498654"/>
                </a:cubicBezTo>
                <a:cubicBezTo>
                  <a:pt x="387026" y="498654"/>
                  <a:pt x="498654" y="387026"/>
                  <a:pt x="498654" y="249327"/>
                </a:cubicBezTo>
                <a:close/>
              </a:path>
            </a:pathLst>
          </a:custGeom>
          <a:noFill/>
          <a:ln w="51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6395517" y="2023346"/>
            <a:ext cx="528637" cy="506729"/>
            <a:chOff x="6395517" y="2023346"/>
            <a:chExt cx="528637" cy="506729"/>
          </a:xfrm>
        </p:grpSpPr>
        <p:sp>
          <p:nvSpPr>
            <p:cNvPr id="11" name="Rounded Rectangle 10"/>
            <p:cNvSpPr/>
            <p:nvPr/>
          </p:nvSpPr>
          <p:spPr>
            <a:xfrm>
              <a:off x="6395517" y="2023346"/>
              <a:ext cx="520445" cy="495871"/>
            </a:xfrm>
            <a:custGeom>
              <a:avLst/>
              <a:gdLst/>
              <a:ahLst/>
              <a:cxnLst/>
              <a:rect l="0" t="0" r="0" b="0"/>
              <a:pathLst>
                <a:path w="520445" h="495871">
                  <a:moveTo>
                    <a:pt x="520445" y="495871"/>
                  </a:moveTo>
                  <a:cubicBezTo>
                    <a:pt x="413670" y="273558"/>
                    <a:pt x="228123" y="96202"/>
                    <a:pt x="0" y="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83197" y="2483403"/>
              <a:ext cx="40957" cy="46672"/>
            </a:xfrm>
            <a:custGeom>
              <a:avLst/>
              <a:gdLst/>
              <a:ahLst/>
              <a:cxnLst/>
              <a:rect l="0" t="0" r="0" b="0"/>
              <a:pathLst>
                <a:path w="40957" h="46672">
                  <a:moveTo>
                    <a:pt x="38099" y="46672"/>
                  </a:moveTo>
                  <a:lnTo>
                    <a:pt x="0" y="20002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751422" y="1710876"/>
            <a:ext cx="498654" cy="498654"/>
          </a:xfrm>
          <a:custGeom>
            <a:avLst/>
            <a:gdLst/>
            <a:ahLst/>
            <a:cxnLst/>
            <a:rect l="0" t="0" r="0" b="0"/>
            <a:pathLst>
              <a:path w="498654" h="498654">
                <a:moveTo>
                  <a:pt x="249327" y="0"/>
                </a:moveTo>
                <a:cubicBezTo>
                  <a:pt x="387026" y="0"/>
                  <a:pt x="498654" y="111627"/>
                  <a:pt x="498654" y="249327"/>
                </a:cubicBezTo>
                <a:cubicBezTo>
                  <a:pt x="498654" y="387026"/>
                  <a:pt x="387026" y="498654"/>
                  <a:pt x="249327" y="498654"/>
                </a:cubicBezTo>
                <a:cubicBezTo>
                  <a:pt x="111627" y="498654"/>
                  <a:pt x="0" y="387026"/>
                  <a:pt x="0" y="249327"/>
                </a:cubicBezTo>
                <a:cubicBezTo>
                  <a:pt x="0" y="111627"/>
                  <a:pt x="111627" y="0"/>
                  <a:pt x="249327" y="0"/>
                </a:cubicBezTo>
                <a:close/>
              </a:path>
            </a:pathLst>
          </a:custGeom>
          <a:noFill/>
          <a:ln w="51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Group 16"/>
          <p:cNvGrpSpPr/>
          <p:nvPr/>
        </p:nvGrpSpPr>
        <p:grpSpPr>
          <a:xfrm>
            <a:off x="5070074" y="2035611"/>
            <a:ext cx="504824" cy="524350"/>
            <a:chOff x="5070074" y="2035611"/>
            <a:chExt cx="504824" cy="524350"/>
          </a:xfrm>
        </p:grpSpPr>
        <p:sp>
          <p:nvSpPr>
            <p:cNvPr id="15" name="Rounded Rectangle 14"/>
            <p:cNvSpPr/>
            <p:nvPr/>
          </p:nvSpPr>
          <p:spPr>
            <a:xfrm>
              <a:off x="5070074" y="2043421"/>
              <a:ext cx="494347" cy="516540"/>
            </a:xfrm>
            <a:custGeom>
              <a:avLst/>
              <a:gdLst/>
              <a:ahLst/>
              <a:cxnLst/>
              <a:rect l="0" t="0" r="0" b="0"/>
              <a:pathLst>
                <a:path w="494347" h="516540">
                  <a:moveTo>
                    <a:pt x="494347" y="0"/>
                  </a:moveTo>
                  <a:cubicBezTo>
                    <a:pt x="273272" y="106203"/>
                    <a:pt x="96583" y="290226"/>
                    <a:pt x="0" y="51654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529179" y="2035611"/>
              <a:ext cx="45719" cy="40957"/>
            </a:xfrm>
            <a:custGeom>
              <a:avLst/>
              <a:gdLst/>
              <a:ahLst/>
              <a:cxnLst/>
              <a:rect l="0" t="0" r="0" b="0"/>
              <a:pathLst>
                <a:path w="45719" h="40957">
                  <a:moveTo>
                    <a:pt x="45719" y="2857"/>
                  </a:moveTo>
                  <a:lnTo>
                    <a:pt x="19050" y="40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5418986" y="2375748"/>
            <a:ext cx="1163526" cy="1163526"/>
          </a:xfrm>
          <a:custGeom>
            <a:avLst/>
            <a:gdLst/>
            <a:ahLst/>
            <a:cxnLst/>
            <a:rect l="0" t="0" r="0" b="0"/>
            <a:pathLst>
              <a:path w="1163526" h="1163526">
                <a:moveTo>
                  <a:pt x="0" y="581763"/>
                </a:moveTo>
                <a:cubicBezTo>
                  <a:pt x="0" y="903062"/>
                  <a:pt x="260464" y="1163526"/>
                  <a:pt x="581763" y="1163526"/>
                </a:cubicBezTo>
                <a:cubicBezTo>
                  <a:pt x="903062" y="1163526"/>
                  <a:pt x="1163526" y="903062"/>
                  <a:pt x="1163526" y="581763"/>
                </a:cubicBezTo>
                <a:cubicBezTo>
                  <a:pt x="1163526" y="260464"/>
                  <a:pt x="903062" y="0"/>
                  <a:pt x="581763" y="0"/>
                </a:cubicBezTo>
                <a:cubicBezTo>
                  <a:pt x="260464" y="0"/>
                  <a:pt x="0" y="260464"/>
                  <a:pt x="0" y="581763"/>
                </a:cubicBezTo>
              </a:path>
            </a:pathLst>
          </a:custGeom>
          <a:noFill/>
          <a:ln w="519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91443" y="2541082"/>
            <a:ext cx="418014" cy="416433"/>
          </a:xfrm>
          <a:custGeom>
            <a:avLst/>
            <a:gdLst/>
            <a:ahLst/>
            <a:cxnLst/>
            <a:rect l="0" t="0" r="0" b="0"/>
            <a:pathLst>
              <a:path w="418014" h="416433">
                <a:moveTo>
                  <a:pt x="230952" y="130740"/>
                </a:moveTo>
                <a:cubicBezTo>
                  <a:pt x="230952" y="147475"/>
                  <a:pt x="244516" y="161039"/>
                  <a:pt x="261251" y="161039"/>
                </a:cubicBezTo>
                <a:cubicBezTo>
                  <a:pt x="277987" y="161039"/>
                  <a:pt x="291550" y="147475"/>
                  <a:pt x="291550" y="130740"/>
                </a:cubicBezTo>
                <a:cubicBezTo>
                  <a:pt x="291550" y="114004"/>
                  <a:pt x="277987" y="100441"/>
                  <a:pt x="261251" y="100441"/>
                </a:cubicBezTo>
                <a:cubicBezTo>
                  <a:pt x="244516" y="100441"/>
                  <a:pt x="230952" y="114004"/>
                  <a:pt x="230952" y="130740"/>
                </a:cubicBezTo>
                <a:moveTo>
                  <a:pt x="413099" y="120005"/>
                </a:moveTo>
                <a:lnTo>
                  <a:pt x="268519" y="3486"/>
                </a:lnTo>
                <a:cubicBezTo>
                  <a:pt x="264299" y="0"/>
                  <a:pt x="258203" y="0"/>
                  <a:pt x="253974" y="3486"/>
                </a:cubicBezTo>
                <a:lnTo>
                  <a:pt x="109404" y="120005"/>
                </a:lnTo>
                <a:cubicBezTo>
                  <a:pt x="105813" y="122920"/>
                  <a:pt x="104489" y="127806"/>
                  <a:pt x="106108" y="132130"/>
                </a:cubicBezTo>
                <a:cubicBezTo>
                  <a:pt x="107708" y="136493"/>
                  <a:pt x="111852" y="139388"/>
                  <a:pt x="116500" y="139398"/>
                </a:cubicBezTo>
                <a:lnTo>
                  <a:pt x="148704" y="139398"/>
                </a:lnTo>
                <a:cubicBezTo>
                  <a:pt x="153485" y="139398"/>
                  <a:pt x="157362" y="143275"/>
                  <a:pt x="157362" y="148056"/>
                </a:cubicBezTo>
                <a:lnTo>
                  <a:pt x="157362" y="249697"/>
                </a:lnTo>
                <a:cubicBezTo>
                  <a:pt x="157457" y="255746"/>
                  <a:pt x="162391" y="260604"/>
                  <a:pt x="168440" y="260604"/>
                </a:cubicBezTo>
                <a:lnTo>
                  <a:pt x="354053" y="260604"/>
                </a:lnTo>
                <a:cubicBezTo>
                  <a:pt x="360111" y="260604"/>
                  <a:pt x="365045" y="255746"/>
                  <a:pt x="365131" y="249697"/>
                </a:cubicBezTo>
                <a:lnTo>
                  <a:pt x="365131" y="148056"/>
                </a:lnTo>
                <a:cubicBezTo>
                  <a:pt x="365131" y="143275"/>
                  <a:pt x="369008" y="139398"/>
                  <a:pt x="373789" y="139398"/>
                </a:cubicBezTo>
                <a:lnTo>
                  <a:pt x="405993" y="139398"/>
                </a:lnTo>
                <a:cubicBezTo>
                  <a:pt x="410641" y="139388"/>
                  <a:pt x="414785" y="136493"/>
                  <a:pt x="416385" y="132130"/>
                </a:cubicBezTo>
                <a:cubicBezTo>
                  <a:pt x="418014" y="127806"/>
                  <a:pt x="416690" y="122920"/>
                  <a:pt x="413099" y="120005"/>
                </a:cubicBezTo>
                <a:moveTo>
                  <a:pt x="289302" y="179393"/>
                </a:moveTo>
                <a:cubicBezTo>
                  <a:pt x="288026" y="180251"/>
                  <a:pt x="287245" y="181670"/>
                  <a:pt x="287216" y="183203"/>
                </a:cubicBezTo>
                <a:lnTo>
                  <a:pt x="287216" y="195672"/>
                </a:lnTo>
                <a:cubicBezTo>
                  <a:pt x="287264" y="203425"/>
                  <a:pt x="283082" y="210588"/>
                  <a:pt x="276310" y="214369"/>
                </a:cubicBezTo>
                <a:cubicBezTo>
                  <a:pt x="275034" y="215226"/>
                  <a:pt x="274262" y="216646"/>
                  <a:pt x="274234" y="218179"/>
                </a:cubicBezTo>
                <a:lnTo>
                  <a:pt x="274234" y="221646"/>
                </a:lnTo>
                <a:cubicBezTo>
                  <a:pt x="274234" y="228819"/>
                  <a:pt x="268424" y="234629"/>
                  <a:pt x="261251" y="234629"/>
                </a:cubicBezTo>
                <a:cubicBezTo>
                  <a:pt x="254079" y="234629"/>
                  <a:pt x="248259" y="228819"/>
                  <a:pt x="248259" y="221646"/>
                </a:cubicBezTo>
                <a:lnTo>
                  <a:pt x="248259" y="218179"/>
                </a:lnTo>
                <a:cubicBezTo>
                  <a:pt x="248240" y="216646"/>
                  <a:pt x="247459" y="215226"/>
                  <a:pt x="246183" y="214369"/>
                </a:cubicBezTo>
                <a:cubicBezTo>
                  <a:pt x="239420" y="210588"/>
                  <a:pt x="235238" y="203425"/>
                  <a:pt x="235277" y="195672"/>
                </a:cubicBezTo>
                <a:lnTo>
                  <a:pt x="235277" y="183203"/>
                </a:lnTo>
                <a:cubicBezTo>
                  <a:pt x="235248" y="181670"/>
                  <a:pt x="234476" y="180251"/>
                  <a:pt x="233200" y="179393"/>
                </a:cubicBezTo>
                <a:cubicBezTo>
                  <a:pt x="211102" y="166697"/>
                  <a:pt x="200310" y="140722"/>
                  <a:pt x="206882" y="116100"/>
                </a:cubicBezTo>
                <a:cubicBezTo>
                  <a:pt x="213455" y="91478"/>
                  <a:pt x="235762" y="74342"/>
                  <a:pt x="261251" y="74342"/>
                </a:cubicBezTo>
                <a:cubicBezTo>
                  <a:pt x="286740" y="74342"/>
                  <a:pt x="309038" y="91478"/>
                  <a:pt x="315620" y="116100"/>
                </a:cubicBezTo>
                <a:cubicBezTo>
                  <a:pt x="322192" y="140722"/>
                  <a:pt x="311391" y="166697"/>
                  <a:pt x="289302" y="179393"/>
                </a:cubicBezTo>
                <a:moveTo>
                  <a:pt x="43262" y="244325"/>
                </a:moveTo>
                <a:cubicBezTo>
                  <a:pt x="51596" y="237077"/>
                  <a:pt x="64007" y="237077"/>
                  <a:pt x="72351" y="244325"/>
                </a:cubicBezTo>
                <a:cubicBezTo>
                  <a:pt x="77704" y="249107"/>
                  <a:pt x="85925" y="248650"/>
                  <a:pt x="90706" y="243287"/>
                </a:cubicBezTo>
                <a:cubicBezTo>
                  <a:pt x="95488" y="237934"/>
                  <a:pt x="95021" y="229714"/>
                  <a:pt x="89668" y="224932"/>
                </a:cubicBezTo>
                <a:cubicBezTo>
                  <a:pt x="71351" y="209169"/>
                  <a:pt x="44262" y="209169"/>
                  <a:pt x="25946" y="224932"/>
                </a:cubicBezTo>
                <a:cubicBezTo>
                  <a:pt x="20593" y="229714"/>
                  <a:pt x="20126" y="237934"/>
                  <a:pt x="24907" y="243287"/>
                </a:cubicBezTo>
                <a:cubicBezTo>
                  <a:pt x="29689" y="248650"/>
                  <a:pt x="37909" y="249107"/>
                  <a:pt x="43262" y="244325"/>
                </a:cubicBezTo>
                <a:moveTo>
                  <a:pt x="109232" y="187709"/>
                </a:moveTo>
                <a:cubicBezTo>
                  <a:pt x="78876" y="164496"/>
                  <a:pt x="36737" y="164496"/>
                  <a:pt x="6381" y="187709"/>
                </a:cubicBezTo>
                <a:cubicBezTo>
                  <a:pt x="847" y="192281"/>
                  <a:pt x="0" y="200444"/>
                  <a:pt x="4476" y="206063"/>
                </a:cubicBezTo>
                <a:cubicBezTo>
                  <a:pt x="8782" y="211797"/>
                  <a:pt x="16916" y="212959"/>
                  <a:pt x="22659" y="208654"/>
                </a:cubicBezTo>
                <a:cubicBezTo>
                  <a:pt x="43319" y="192538"/>
                  <a:pt x="72294" y="192538"/>
                  <a:pt x="92954" y="208654"/>
                </a:cubicBezTo>
                <a:cubicBezTo>
                  <a:pt x="98355" y="212559"/>
                  <a:pt x="105841" y="211740"/>
                  <a:pt x="110270" y="206749"/>
                </a:cubicBezTo>
                <a:cubicBezTo>
                  <a:pt x="112737" y="204130"/>
                  <a:pt x="114033" y="200606"/>
                  <a:pt x="113833" y="197005"/>
                </a:cubicBezTo>
                <a:cubicBezTo>
                  <a:pt x="113642" y="193405"/>
                  <a:pt x="111975" y="190042"/>
                  <a:pt x="109232" y="187709"/>
                </a:cubicBezTo>
                <a:moveTo>
                  <a:pt x="114080" y="295227"/>
                </a:moveTo>
                <a:cubicBezTo>
                  <a:pt x="113985" y="278539"/>
                  <a:pt x="100469" y="265023"/>
                  <a:pt x="83772" y="264928"/>
                </a:cubicBezTo>
                <a:lnTo>
                  <a:pt x="31832" y="264928"/>
                </a:lnTo>
                <a:cubicBezTo>
                  <a:pt x="15135" y="265023"/>
                  <a:pt x="1628" y="278539"/>
                  <a:pt x="1533" y="295227"/>
                </a:cubicBezTo>
                <a:lnTo>
                  <a:pt x="1533" y="386133"/>
                </a:lnTo>
                <a:cubicBezTo>
                  <a:pt x="1628" y="402821"/>
                  <a:pt x="15135" y="416337"/>
                  <a:pt x="31832" y="416433"/>
                </a:cubicBezTo>
                <a:lnTo>
                  <a:pt x="83772" y="416433"/>
                </a:lnTo>
                <a:cubicBezTo>
                  <a:pt x="100469" y="416337"/>
                  <a:pt x="113985" y="402821"/>
                  <a:pt x="114080" y="386133"/>
                </a:cubicBezTo>
                <a:lnTo>
                  <a:pt x="114080" y="295227"/>
                </a:lnTo>
                <a:moveTo>
                  <a:pt x="88106" y="386133"/>
                </a:moveTo>
                <a:cubicBezTo>
                  <a:pt x="88106" y="388524"/>
                  <a:pt x="86163" y="390458"/>
                  <a:pt x="83772" y="390458"/>
                </a:cubicBezTo>
                <a:lnTo>
                  <a:pt x="31832" y="390458"/>
                </a:lnTo>
                <a:cubicBezTo>
                  <a:pt x="29441" y="390458"/>
                  <a:pt x="27508" y="388524"/>
                  <a:pt x="27508" y="386133"/>
                </a:cubicBezTo>
                <a:lnTo>
                  <a:pt x="27508" y="295227"/>
                </a:lnTo>
                <a:cubicBezTo>
                  <a:pt x="27508" y="292836"/>
                  <a:pt x="29441" y="290903"/>
                  <a:pt x="31832" y="290903"/>
                </a:cubicBezTo>
                <a:lnTo>
                  <a:pt x="83772" y="290903"/>
                </a:lnTo>
                <a:cubicBezTo>
                  <a:pt x="86163" y="290903"/>
                  <a:pt x="88106" y="292836"/>
                  <a:pt x="88106" y="295227"/>
                </a:cubicBezTo>
                <a:lnTo>
                  <a:pt x="88106" y="3861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77747" y="1788299"/>
            <a:ext cx="247068" cy="339251"/>
          </a:xfrm>
          <a:custGeom>
            <a:avLst/>
            <a:gdLst/>
            <a:ahLst/>
            <a:cxnLst/>
            <a:rect l="0" t="0" r="0" b="0"/>
            <a:pathLst>
              <a:path w="247068" h="339251">
                <a:moveTo>
                  <a:pt x="34909" y="45996"/>
                </a:moveTo>
                <a:cubicBezTo>
                  <a:pt x="60579" y="29241"/>
                  <a:pt x="93725" y="29241"/>
                  <a:pt x="119405" y="45996"/>
                </a:cubicBezTo>
                <a:cubicBezTo>
                  <a:pt x="125787" y="50234"/>
                  <a:pt x="134407" y="48501"/>
                  <a:pt x="138655" y="42110"/>
                </a:cubicBezTo>
                <a:cubicBezTo>
                  <a:pt x="142894" y="35728"/>
                  <a:pt x="141160" y="27108"/>
                  <a:pt x="134778" y="22860"/>
                </a:cubicBezTo>
                <a:cubicBezTo>
                  <a:pt x="99764" y="0"/>
                  <a:pt x="54549" y="0"/>
                  <a:pt x="19535" y="22860"/>
                </a:cubicBezTo>
                <a:cubicBezTo>
                  <a:pt x="13144" y="27108"/>
                  <a:pt x="11410" y="35728"/>
                  <a:pt x="15659" y="42110"/>
                </a:cubicBezTo>
                <a:cubicBezTo>
                  <a:pt x="19897" y="48501"/>
                  <a:pt x="28517" y="50234"/>
                  <a:pt x="34909" y="45996"/>
                </a:cubicBezTo>
                <a:moveTo>
                  <a:pt x="34909" y="70370"/>
                </a:moveTo>
                <a:cubicBezTo>
                  <a:pt x="28584" y="74599"/>
                  <a:pt x="26860" y="83134"/>
                  <a:pt x="31032" y="89487"/>
                </a:cubicBezTo>
                <a:cubicBezTo>
                  <a:pt x="33061" y="92563"/>
                  <a:pt x="36233" y="94697"/>
                  <a:pt x="39852" y="95430"/>
                </a:cubicBezTo>
                <a:cubicBezTo>
                  <a:pt x="43462" y="96154"/>
                  <a:pt x="47215" y="95411"/>
                  <a:pt x="50282" y="93364"/>
                </a:cubicBezTo>
                <a:cubicBezTo>
                  <a:pt x="66608" y="82715"/>
                  <a:pt x="87696" y="82715"/>
                  <a:pt x="104022" y="93364"/>
                </a:cubicBezTo>
                <a:cubicBezTo>
                  <a:pt x="110356" y="97450"/>
                  <a:pt x="118786" y="95726"/>
                  <a:pt x="123005" y="89487"/>
                </a:cubicBezTo>
                <a:cubicBezTo>
                  <a:pt x="127206" y="83172"/>
                  <a:pt x="125539" y="74647"/>
                  <a:pt x="119262" y="70370"/>
                </a:cubicBezTo>
                <a:cubicBezTo>
                  <a:pt x="93640" y="53606"/>
                  <a:pt x="60521" y="53606"/>
                  <a:pt x="34909" y="70370"/>
                </a:cubicBezTo>
                <a:moveTo>
                  <a:pt x="241020" y="336318"/>
                </a:moveTo>
                <a:cubicBezTo>
                  <a:pt x="245611" y="333308"/>
                  <a:pt x="247068" y="327240"/>
                  <a:pt x="244344" y="322468"/>
                </a:cubicBezTo>
                <a:lnTo>
                  <a:pt x="212340" y="271357"/>
                </a:lnTo>
                <a:cubicBezTo>
                  <a:pt x="211626" y="270243"/>
                  <a:pt x="211235" y="268947"/>
                  <a:pt x="211235" y="267614"/>
                </a:cubicBezTo>
                <a:lnTo>
                  <a:pt x="211235" y="209445"/>
                </a:lnTo>
                <a:cubicBezTo>
                  <a:pt x="211235" y="187280"/>
                  <a:pt x="193090" y="174117"/>
                  <a:pt x="173697" y="160134"/>
                </a:cubicBezTo>
                <a:cubicBezTo>
                  <a:pt x="167468" y="155562"/>
                  <a:pt x="161096" y="150990"/>
                  <a:pt x="154724" y="146275"/>
                </a:cubicBezTo>
                <a:cubicBezTo>
                  <a:pt x="153371" y="145046"/>
                  <a:pt x="152485" y="143379"/>
                  <a:pt x="152228" y="141570"/>
                </a:cubicBezTo>
                <a:cubicBezTo>
                  <a:pt x="150514" y="123805"/>
                  <a:pt x="135588" y="110251"/>
                  <a:pt x="117738" y="110261"/>
                </a:cubicBezTo>
                <a:lnTo>
                  <a:pt x="34632" y="110261"/>
                </a:lnTo>
                <a:cubicBezTo>
                  <a:pt x="15801" y="110337"/>
                  <a:pt x="447" y="125377"/>
                  <a:pt x="0" y="144198"/>
                </a:cubicBezTo>
                <a:lnTo>
                  <a:pt x="0" y="282721"/>
                </a:lnTo>
                <a:cubicBezTo>
                  <a:pt x="76" y="301809"/>
                  <a:pt x="15535" y="317268"/>
                  <a:pt x="34632" y="317344"/>
                </a:cubicBezTo>
                <a:lnTo>
                  <a:pt x="117738" y="317344"/>
                </a:lnTo>
                <a:cubicBezTo>
                  <a:pt x="120253" y="317353"/>
                  <a:pt x="122767" y="317077"/>
                  <a:pt x="125215" y="316515"/>
                </a:cubicBezTo>
                <a:cubicBezTo>
                  <a:pt x="127882" y="315953"/>
                  <a:pt x="130635" y="316982"/>
                  <a:pt x="132283" y="319144"/>
                </a:cubicBezTo>
                <a:cubicBezTo>
                  <a:pt x="136855" y="325240"/>
                  <a:pt x="141284" y="330641"/>
                  <a:pt x="144475" y="334384"/>
                </a:cubicBezTo>
                <a:cubicBezTo>
                  <a:pt x="148294" y="338785"/>
                  <a:pt x="154962" y="339251"/>
                  <a:pt x="159362" y="335422"/>
                </a:cubicBezTo>
                <a:cubicBezTo>
                  <a:pt x="163763" y="331593"/>
                  <a:pt x="164230" y="324926"/>
                  <a:pt x="160400" y="320535"/>
                </a:cubicBezTo>
                <a:cubicBezTo>
                  <a:pt x="147170" y="306114"/>
                  <a:pt x="136283" y="289702"/>
                  <a:pt x="128130" y="271910"/>
                </a:cubicBezTo>
                <a:lnTo>
                  <a:pt x="128130" y="258060"/>
                </a:lnTo>
                <a:cubicBezTo>
                  <a:pt x="128158" y="255631"/>
                  <a:pt x="127320" y="253279"/>
                  <a:pt x="125777" y="251412"/>
                </a:cubicBezTo>
                <a:lnTo>
                  <a:pt x="101393" y="222599"/>
                </a:lnTo>
                <a:cubicBezTo>
                  <a:pt x="98136" y="218313"/>
                  <a:pt x="98802" y="212226"/>
                  <a:pt x="102917" y="208749"/>
                </a:cubicBezTo>
                <a:cubicBezTo>
                  <a:pt x="107051" y="205387"/>
                  <a:pt x="113071" y="205749"/>
                  <a:pt x="116766" y="209578"/>
                </a:cubicBezTo>
                <a:lnTo>
                  <a:pt x="152371" y="245316"/>
                </a:lnTo>
                <a:cubicBezTo>
                  <a:pt x="156505" y="249307"/>
                  <a:pt x="163058" y="249307"/>
                  <a:pt x="167192" y="245316"/>
                </a:cubicBezTo>
                <a:cubicBezTo>
                  <a:pt x="171240" y="241258"/>
                  <a:pt x="171240" y="234686"/>
                  <a:pt x="167192" y="230638"/>
                </a:cubicBezTo>
                <a:lnTo>
                  <a:pt x="154857" y="218446"/>
                </a:lnTo>
                <a:cubicBezTo>
                  <a:pt x="153581" y="217093"/>
                  <a:pt x="152847" y="215322"/>
                  <a:pt x="152780" y="213455"/>
                </a:cubicBezTo>
                <a:lnTo>
                  <a:pt x="152780" y="176755"/>
                </a:lnTo>
                <a:cubicBezTo>
                  <a:pt x="152809" y="175450"/>
                  <a:pt x="153552" y="174278"/>
                  <a:pt x="154724" y="173707"/>
                </a:cubicBezTo>
                <a:cubicBezTo>
                  <a:pt x="155790" y="172916"/>
                  <a:pt x="157248" y="172916"/>
                  <a:pt x="158324" y="173707"/>
                </a:cubicBezTo>
                <a:lnTo>
                  <a:pt x="161925" y="176202"/>
                </a:lnTo>
                <a:cubicBezTo>
                  <a:pt x="179936" y="189214"/>
                  <a:pt x="190871" y="197672"/>
                  <a:pt x="190871" y="208749"/>
                </a:cubicBezTo>
                <a:lnTo>
                  <a:pt x="190871" y="271910"/>
                </a:lnTo>
                <a:cubicBezTo>
                  <a:pt x="190871" y="273881"/>
                  <a:pt x="191452" y="275815"/>
                  <a:pt x="192538" y="277453"/>
                </a:cubicBezTo>
                <a:lnTo>
                  <a:pt x="227161" y="332860"/>
                </a:lnTo>
                <a:cubicBezTo>
                  <a:pt x="230085" y="337566"/>
                  <a:pt x="236219" y="339099"/>
                  <a:pt x="241020" y="336318"/>
                </a:cubicBezTo>
                <a:moveTo>
                  <a:pt x="117738" y="158048"/>
                </a:moveTo>
                <a:cubicBezTo>
                  <a:pt x="117738" y="165706"/>
                  <a:pt x="111537" y="171907"/>
                  <a:pt x="103889" y="171907"/>
                </a:cubicBezTo>
                <a:cubicBezTo>
                  <a:pt x="96240" y="171907"/>
                  <a:pt x="90039" y="165706"/>
                  <a:pt x="90039" y="158048"/>
                </a:cubicBezTo>
                <a:cubicBezTo>
                  <a:pt x="90039" y="150399"/>
                  <a:pt x="96240" y="144198"/>
                  <a:pt x="103889" y="144198"/>
                </a:cubicBezTo>
                <a:cubicBezTo>
                  <a:pt x="111537" y="144198"/>
                  <a:pt x="117738" y="150399"/>
                  <a:pt x="117738" y="158048"/>
                </a:cubicBezTo>
                <a:moveTo>
                  <a:pt x="48482" y="227314"/>
                </a:moveTo>
                <a:cubicBezTo>
                  <a:pt x="40833" y="227314"/>
                  <a:pt x="34632" y="221113"/>
                  <a:pt x="34632" y="213455"/>
                </a:cubicBezTo>
                <a:cubicBezTo>
                  <a:pt x="34632" y="205806"/>
                  <a:pt x="40833" y="199605"/>
                  <a:pt x="48482" y="199605"/>
                </a:cubicBezTo>
                <a:cubicBezTo>
                  <a:pt x="56130" y="199605"/>
                  <a:pt x="62331" y="205806"/>
                  <a:pt x="62331" y="213455"/>
                </a:cubicBezTo>
                <a:cubicBezTo>
                  <a:pt x="62331" y="221113"/>
                  <a:pt x="56130" y="227314"/>
                  <a:pt x="48482" y="227314"/>
                </a:cubicBezTo>
                <a:moveTo>
                  <a:pt x="62331" y="268862"/>
                </a:moveTo>
                <a:cubicBezTo>
                  <a:pt x="62331" y="276510"/>
                  <a:pt x="56130" y="282721"/>
                  <a:pt x="48482" y="282721"/>
                </a:cubicBezTo>
                <a:cubicBezTo>
                  <a:pt x="40833" y="282721"/>
                  <a:pt x="34632" y="276510"/>
                  <a:pt x="34632" y="268862"/>
                </a:cubicBezTo>
                <a:cubicBezTo>
                  <a:pt x="34632" y="261213"/>
                  <a:pt x="40833" y="255012"/>
                  <a:pt x="48482" y="255012"/>
                </a:cubicBezTo>
                <a:cubicBezTo>
                  <a:pt x="56130" y="255012"/>
                  <a:pt x="62331" y="261213"/>
                  <a:pt x="62331" y="268862"/>
                </a:cubicBezTo>
                <a:moveTo>
                  <a:pt x="48482" y="171907"/>
                </a:moveTo>
                <a:cubicBezTo>
                  <a:pt x="40833" y="171907"/>
                  <a:pt x="34632" y="165706"/>
                  <a:pt x="34632" y="158048"/>
                </a:cubicBezTo>
                <a:cubicBezTo>
                  <a:pt x="34632" y="150399"/>
                  <a:pt x="40833" y="144198"/>
                  <a:pt x="48482" y="144198"/>
                </a:cubicBezTo>
                <a:cubicBezTo>
                  <a:pt x="56130" y="144198"/>
                  <a:pt x="62331" y="150399"/>
                  <a:pt x="62331" y="158048"/>
                </a:cubicBezTo>
                <a:cubicBezTo>
                  <a:pt x="62331" y="165706"/>
                  <a:pt x="56130" y="171907"/>
                  <a:pt x="48482" y="171907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37499" y="2791294"/>
            <a:ext cx="332298" cy="332460"/>
          </a:xfrm>
          <a:custGeom>
            <a:avLst/>
            <a:gdLst/>
            <a:ahLst/>
            <a:cxnLst/>
            <a:rect l="0" t="0" r="0" b="0"/>
            <a:pathLst>
              <a:path w="332298" h="332460">
                <a:moveTo>
                  <a:pt x="229657" y="175079"/>
                </a:moveTo>
                <a:cubicBezTo>
                  <a:pt x="229952" y="173850"/>
                  <a:pt x="229523" y="172564"/>
                  <a:pt x="228552" y="171754"/>
                </a:cubicBezTo>
                <a:cubicBezTo>
                  <a:pt x="221799" y="165906"/>
                  <a:pt x="217903" y="157419"/>
                  <a:pt x="217884" y="148485"/>
                </a:cubicBezTo>
                <a:cubicBezTo>
                  <a:pt x="217893" y="145770"/>
                  <a:pt x="218265" y="143075"/>
                  <a:pt x="218989" y="140455"/>
                </a:cubicBezTo>
                <a:cubicBezTo>
                  <a:pt x="219436" y="139065"/>
                  <a:pt x="218932" y="137550"/>
                  <a:pt x="217751" y="136712"/>
                </a:cubicBezTo>
                <a:cubicBezTo>
                  <a:pt x="198567" y="122843"/>
                  <a:pt x="175736" y="114890"/>
                  <a:pt x="152095" y="113861"/>
                </a:cubicBezTo>
                <a:lnTo>
                  <a:pt x="150980" y="113861"/>
                </a:lnTo>
                <a:cubicBezTo>
                  <a:pt x="149304" y="113718"/>
                  <a:pt x="147751" y="114747"/>
                  <a:pt x="147246" y="116347"/>
                </a:cubicBezTo>
                <a:cubicBezTo>
                  <a:pt x="143084" y="131292"/>
                  <a:pt x="129501" y="141646"/>
                  <a:pt x="113995" y="141703"/>
                </a:cubicBezTo>
                <a:cubicBezTo>
                  <a:pt x="113785" y="141579"/>
                  <a:pt x="113518" y="141579"/>
                  <a:pt x="113309" y="141703"/>
                </a:cubicBezTo>
                <a:cubicBezTo>
                  <a:pt x="110128" y="159353"/>
                  <a:pt x="109708" y="177384"/>
                  <a:pt x="112061" y="195167"/>
                </a:cubicBezTo>
                <a:cubicBezTo>
                  <a:pt x="112309" y="196681"/>
                  <a:pt x="113461" y="197891"/>
                  <a:pt x="114966" y="198215"/>
                </a:cubicBezTo>
                <a:cubicBezTo>
                  <a:pt x="145703" y="203273"/>
                  <a:pt x="175440" y="213179"/>
                  <a:pt x="203063" y="227580"/>
                </a:cubicBezTo>
                <a:cubicBezTo>
                  <a:pt x="204616" y="228314"/>
                  <a:pt x="206473" y="227847"/>
                  <a:pt x="207492" y="226475"/>
                </a:cubicBezTo>
                <a:cubicBezTo>
                  <a:pt x="218255" y="210997"/>
                  <a:pt x="225790" y="193528"/>
                  <a:pt x="229657" y="175079"/>
                </a:cubicBezTo>
                <a:moveTo>
                  <a:pt x="188385" y="249326"/>
                </a:moveTo>
                <a:cubicBezTo>
                  <a:pt x="189166" y="248516"/>
                  <a:pt x="189518" y="247392"/>
                  <a:pt x="189347" y="246278"/>
                </a:cubicBezTo>
                <a:cubicBezTo>
                  <a:pt x="189185" y="245135"/>
                  <a:pt x="188461" y="244144"/>
                  <a:pt x="187413" y="243649"/>
                </a:cubicBezTo>
                <a:cubicBezTo>
                  <a:pt x="166982" y="233667"/>
                  <a:pt x="145399" y="226266"/>
                  <a:pt x="123139" y="221627"/>
                </a:cubicBezTo>
                <a:cubicBezTo>
                  <a:pt x="121910" y="221332"/>
                  <a:pt x="120624" y="221761"/>
                  <a:pt x="119814" y="222732"/>
                </a:cubicBezTo>
                <a:cubicBezTo>
                  <a:pt x="118995" y="223627"/>
                  <a:pt x="118729" y="224904"/>
                  <a:pt x="119119" y="226056"/>
                </a:cubicBezTo>
                <a:cubicBezTo>
                  <a:pt x="121243" y="232362"/>
                  <a:pt x="123786" y="238515"/>
                  <a:pt x="126739" y="244478"/>
                </a:cubicBezTo>
                <a:cubicBezTo>
                  <a:pt x="132759" y="255974"/>
                  <a:pt x="140312" y="266595"/>
                  <a:pt x="149180" y="276063"/>
                </a:cubicBezTo>
                <a:cubicBezTo>
                  <a:pt x="150314" y="277291"/>
                  <a:pt x="152152" y="277587"/>
                  <a:pt x="153609" y="276748"/>
                </a:cubicBezTo>
                <a:cubicBezTo>
                  <a:pt x="165658" y="268204"/>
                  <a:pt x="177260" y="259051"/>
                  <a:pt x="188385" y="249326"/>
                </a:cubicBezTo>
                <a:moveTo>
                  <a:pt x="86991" y="195310"/>
                </a:moveTo>
                <a:cubicBezTo>
                  <a:pt x="88087" y="195329"/>
                  <a:pt x="89115" y="194814"/>
                  <a:pt x="89754" y="193919"/>
                </a:cubicBezTo>
                <a:cubicBezTo>
                  <a:pt x="90420" y="193157"/>
                  <a:pt x="90763" y="192166"/>
                  <a:pt x="90725" y="191147"/>
                </a:cubicBezTo>
                <a:cubicBezTo>
                  <a:pt x="88782" y="172650"/>
                  <a:pt x="89715" y="153962"/>
                  <a:pt x="93497" y="135740"/>
                </a:cubicBezTo>
                <a:cubicBezTo>
                  <a:pt x="93668" y="135445"/>
                  <a:pt x="93668" y="135074"/>
                  <a:pt x="93497" y="134778"/>
                </a:cubicBezTo>
                <a:cubicBezTo>
                  <a:pt x="88801" y="131121"/>
                  <a:pt x="85096" y="126368"/>
                  <a:pt x="82696" y="120919"/>
                </a:cubicBezTo>
                <a:cubicBezTo>
                  <a:pt x="82115" y="119414"/>
                  <a:pt x="80543" y="118538"/>
                  <a:pt x="78952" y="118843"/>
                </a:cubicBezTo>
                <a:cubicBezTo>
                  <a:pt x="49749" y="124091"/>
                  <a:pt x="22669" y="137655"/>
                  <a:pt x="971" y="157905"/>
                </a:cubicBezTo>
                <a:cubicBezTo>
                  <a:pt x="381" y="158495"/>
                  <a:pt x="38" y="159286"/>
                  <a:pt x="0" y="160124"/>
                </a:cubicBezTo>
                <a:lnTo>
                  <a:pt x="0" y="165801"/>
                </a:lnTo>
                <a:cubicBezTo>
                  <a:pt x="28" y="176879"/>
                  <a:pt x="1190" y="187928"/>
                  <a:pt x="3467" y="198767"/>
                </a:cubicBezTo>
                <a:cubicBezTo>
                  <a:pt x="3619" y="199701"/>
                  <a:pt x="4181" y="200510"/>
                  <a:pt x="4991" y="200987"/>
                </a:cubicBezTo>
                <a:cubicBezTo>
                  <a:pt x="5810" y="201406"/>
                  <a:pt x="6791" y="201406"/>
                  <a:pt x="7620" y="200987"/>
                </a:cubicBezTo>
                <a:cubicBezTo>
                  <a:pt x="33670" y="195329"/>
                  <a:pt x="60398" y="193414"/>
                  <a:pt x="86991" y="195310"/>
                </a:cubicBezTo>
                <a:moveTo>
                  <a:pt x="127577" y="289636"/>
                </a:moveTo>
                <a:cubicBezTo>
                  <a:pt x="128635" y="289274"/>
                  <a:pt x="129416" y="288378"/>
                  <a:pt x="129654" y="287283"/>
                </a:cubicBezTo>
                <a:cubicBezTo>
                  <a:pt x="129920" y="286216"/>
                  <a:pt x="129663" y="285083"/>
                  <a:pt x="128958" y="284235"/>
                </a:cubicBezTo>
                <a:cubicBezTo>
                  <a:pt x="120834" y="274843"/>
                  <a:pt x="113861" y="264518"/>
                  <a:pt x="108184" y="253479"/>
                </a:cubicBezTo>
                <a:cubicBezTo>
                  <a:pt x="102717" y="242630"/>
                  <a:pt x="98488" y="231200"/>
                  <a:pt x="95573" y="219408"/>
                </a:cubicBezTo>
                <a:cubicBezTo>
                  <a:pt x="95230" y="217970"/>
                  <a:pt x="94002" y="216912"/>
                  <a:pt x="92525" y="216779"/>
                </a:cubicBezTo>
                <a:cubicBezTo>
                  <a:pt x="66113" y="214407"/>
                  <a:pt x="39500" y="216036"/>
                  <a:pt x="13573" y="221627"/>
                </a:cubicBezTo>
                <a:cubicBezTo>
                  <a:pt x="12572" y="221875"/>
                  <a:pt x="11725" y="222523"/>
                  <a:pt x="11220" y="223427"/>
                </a:cubicBezTo>
                <a:cubicBezTo>
                  <a:pt x="10801" y="224304"/>
                  <a:pt x="10801" y="225323"/>
                  <a:pt x="11220" y="226199"/>
                </a:cubicBezTo>
                <a:cubicBezTo>
                  <a:pt x="22974" y="255889"/>
                  <a:pt x="43024" y="281568"/>
                  <a:pt x="68980" y="300161"/>
                </a:cubicBezTo>
                <a:cubicBezTo>
                  <a:pt x="69665" y="300342"/>
                  <a:pt x="70380" y="300342"/>
                  <a:pt x="71056" y="300161"/>
                </a:cubicBezTo>
                <a:cubicBezTo>
                  <a:pt x="90382" y="300123"/>
                  <a:pt x="109537" y="296551"/>
                  <a:pt x="127577" y="289636"/>
                </a:cubicBezTo>
                <a:moveTo>
                  <a:pt x="261937" y="180070"/>
                </a:moveTo>
                <a:cubicBezTo>
                  <a:pt x="261099" y="178955"/>
                  <a:pt x="259641" y="178508"/>
                  <a:pt x="258327" y="178965"/>
                </a:cubicBezTo>
                <a:cubicBezTo>
                  <a:pt x="256470" y="179479"/>
                  <a:pt x="254574" y="179851"/>
                  <a:pt x="252650" y="180070"/>
                </a:cubicBezTo>
                <a:cubicBezTo>
                  <a:pt x="251174" y="180203"/>
                  <a:pt x="249955" y="181260"/>
                  <a:pt x="249602" y="182699"/>
                </a:cubicBezTo>
                <a:cubicBezTo>
                  <a:pt x="241573" y="219541"/>
                  <a:pt x="220103" y="256803"/>
                  <a:pt x="169954" y="291293"/>
                </a:cubicBezTo>
                <a:cubicBezTo>
                  <a:pt x="169144" y="291960"/>
                  <a:pt x="168602" y="292893"/>
                  <a:pt x="168440" y="293931"/>
                </a:cubicBezTo>
                <a:cubicBezTo>
                  <a:pt x="168440" y="294998"/>
                  <a:pt x="168830" y="296036"/>
                  <a:pt x="169544" y="296837"/>
                </a:cubicBezTo>
                <a:cubicBezTo>
                  <a:pt x="181279" y="307352"/>
                  <a:pt x="193624" y="317163"/>
                  <a:pt x="206530" y="326202"/>
                </a:cubicBezTo>
                <a:cubicBezTo>
                  <a:pt x="207435" y="326697"/>
                  <a:pt x="208530" y="326697"/>
                  <a:pt x="209435" y="326202"/>
                </a:cubicBezTo>
                <a:cubicBezTo>
                  <a:pt x="245135" y="316487"/>
                  <a:pt x="276577" y="295141"/>
                  <a:pt x="298780" y="265537"/>
                </a:cubicBezTo>
                <a:cubicBezTo>
                  <a:pt x="299361" y="264785"/>
                  <a:pt x="299608" y="263832"/>
                  <a:pt x="299466" y="262899"/>
                </a:cubicBezTo>
                <a:cubicBezTo>
                  <a:pt x="294046" y="232600"/>
                  <a:pt x="281149" y="204120"/>
                  <a:pt x="261937" y="180070"/>
                </a:cubicBezTo>
                <a:moveTo>
                  <a:pt x="78676" y="97793"/>
                </a:moveTo>
                <a:cubicBezTo>
                  <a:pt x="79971" y="97593"/>
                  <a:pt x="81048" y="96678"/>
                  <a:pt x="81448" y="95440"/>
                </a:cubicBezTo>
                <a:cubicBezTo>
                  <a:pt x="85896" y="82819"/>
                  <a:pt x="97231" y="73913"/>
                  <a:pt x="110537" y="72580"/>
                </a:cubicBezTo>
                <a:cubicBezTo>
                  <a:pt x="111042" y="72551"/>
                  <a:pt x="111480" y="72228"/>
                  <a:pt x="111642" y="71751"/>
                </a:cubicBezTo>
                <a:cubicBezTo>
                  <a:pt x="122262" y="47977"/>
                  <a:pt x="136264" y="25869"/>
                  <a:pt x="153200" y="6095"/>
                </a:cubicBezTo>
                <a:cubicBezTo>
                  <a:pt x="154009" y="4981"/>
                  <a:pt x="154009" y="3467"/>
                  <a:pt x="153200" y="2352"/>
                </a:cubicBezTo>
                <a:cubicBezTo>
                  <a:pt x="152838" y="1181"/>
                  <a:pt x="151895" y="285"/>
                  <a:pt x="150704" y="0"/>
                </a:cubicBezTo>
                <a:cubicBezTo>
                  <a:pt x="82829" y="6362"/>
                  <a:pt x="25727" y="53530"/>
                  <a:pt x="6648" y="118986"/>
                </a:cubicBezTo>
                <a:cubicBezTo>
                  <a:pt x="6200" y="120367"/>
                  <a:pt x="6705" y="121881"/>
                  <a:pt x="7896" y="122720"/>
                </a:cubicBezTo>
                <a:cubicBezTo>
                  <a:pt x="9058" y="123558"/>
                  <a:pt x="10620" y="123558"/>
                  <a:pt x="11772" y="122720"/>
                </a:cubicBezTo>
                <a:cubicBezTo>
                  <a:pt x="32165" y="109994"/>
                  <a:pt x="54921" y="101517"/>
                  <a:pt x="78676" y="97793"/>
                </a:cubicBezTo>
                <a:moveTo>
                  <a:pt x="148904" y="305428"/>
                </a:moveTo>
                <a:cubicBezTo>
                  <a:pt x="147742" y="304590"/>
                  <a:pt x="146189" y="304590"/>
                  <a:pt x="145027" y="305428"/>
                </a:cubicBezTo>
                <a:cubicBezTo>
                  <a:pt x="134512" y="310276"/>
                  <a:pt x="123567" y="314124"/>
                  <a:pt x="112337" y="316925"/>
                </a:cubicBezTo>
                <a:cubicBezTo>
                  <a:pt x="110861" y="317353"/>
                  <a:pt x="109842" y="318706"/>
                  <a:pt x="109842" y="320249"/>
                </a:cubicBezTo>
                <a:cubicBezTo>
                  <a:pt x="109842" y="321783"/>
                  <a:pt x="110861" y="323135"/>
                  <a:pt x="112337" y="323573"/>
                </a:cubicBezTo>
                <a:cubicBezTo>
                  <a:pt x="129597" y="329460"/>
                  <a:pt x="147704" y="332460"/>
                  <a:pt x="165944" y="332432"/>
                </a:cubicBezTo>
                <a:lnTo>
                  <a:pt x="170097" y="332432"/>
                </a:lnTo>
                <a:cubicBezTo>
                  <a:pt x="171535" y="332355"/>
                  <a:pt x="172783" y="331431"/>
                  <a:pt x="173278" y="330079"/>
                </a:cubicBezTo>
                <a:cubicBezTo>
                  <a:pt x="173736" y="328698"/>
                  <a:pt x="173221" y="327183"/>
                  <a:pt x="172040" y="326345"/>
                </a:cubicBezTo>
                <a:cubicBezTo>
                  <a:pt x="164830" y="319830"/>
                  <a:pt x="156933" y="313048"/>
                  <a:pt x="148904" y="305428"/>
                </a:cubicBezTo>
                <a:moveTo>
                  <a:pt x="259441" y="116909"/>
                </a:moveTo>
                <a:cubicBezTo>
                  <a:pt x="259489" y="118233"/>
                  <a:pt x="260299" y="119424"/>
                  <a:pt x="261518" y="119957"/>
                </a:cubicBezTo>
                <a:cubicBezTo>
                  <a:pt x="272843" y="124939"/>
                  <a:pt x="280168" y="136121"/>
                  <a:pt x="280215" y="148485"/>
                </a:cubicBezTo>
                <a:cubicBezTo>
                  <a:pt x="280244" y="153285"/>
                  <a:pt x="279158" y="158029"/>
                  <a:pt x="277034" y="162344"/>
                </a:cubicBezTo>
                <a:cubicBezTo>
                  <a:pt x="276196" y="163496"/>
                  <a:pt x="276196" y="165058"/>
                  <a:pt x="277034" y="166220"/>
                </a:cubicBezTo>
                <a:cubicBezTo>
                  <a:pt x="292265" y="185270"/>
                  <a:pt x="304076" y="206835"/>
                  <a:pt x="311934" y="229933"/>
                </a:cubicBezTo>
                <a:cubicBezTo>
                  <a:pt x="312362" y="231333"/>
                  <a:pt x="313658" y="232295"/>
                  <a:pt x="315125" y="232286"/>
                </a:cubicBezTo>
                <a:cubicBezTo>
                  <a:pt x="316544" y="232429"/>
                  <a:pt x="317858" y="231562"/>
                  <a:pt x="318306" y="230209"/>
                </a:cubicBezTo>
                <a:cubicBezTo>
                  <a:pt x="327212" y="210035"/>
                  <a:pt x="331917" y="188271"/>
                  <a:pt x="332155" y="166220"/>
                </a:cubicBezTo>
                <a:cubicBezTo>
                  <a:pt x="332298" y="107956"/>
                  <a:pt x="301923" y="53882"/>
                  <a:pt x="252098" y="23688"/>
                </a:cubicBezTo>
                <a:cubicBezTo>
                  <a:pt x="250917" y="22926"/>
                  <a:pt x="249402" y="22926"/>
                  <a:pt x="248221" y="23688"/>
                </a:cubicBezTo>
                <a:cubicBezTo>
                  <a:pt x="247088" y="24507"/>
                  <a:pt x="246592" y="25946"/>
                  <a:pt x="246973" y="27289"/>
                </a:cubicBezTo>
                <a:cubicBezTo>
                  <a:pt x="254498" y="56597"/>
                  <a:pt x="258679" y="86658"/>
                  <a:pt x="259441" y="116909"/>
                </a:cubicBezTo>
                <a:moveTo>
                  <a:pt x="132835" y="74523"/>
                </a:moveTo>
                <a:cubicBezTo>
                  <a:pt x="132178" y="76038"/>
                  <a:pt x="132635" y="77809"/>
                  <a:pt x="133940" y="78819"/>
                </a:cubicBezTo>
                <a:cubicBezTo>
                  <a:pt x="138693" y="82124"/>
                  <a:pt x="142513" y="86610"/>
                  <a:pt x="145027" y="91840"/>
                </a:cubicBezTo>
                <a:cubicBezTo>
                  <a:pt x="145770" y="93383"/>
                  <a:pt x="147570" y="94097"/>
                  <a:pt x="149180" y="93497"/>
                </a:cubicBezTo>
                <a:lnTo>
                  <a:pt x="152095" y="93497"/>
                </a:lnTo>
                <a:cubicBezTo>
                  <a:pt x="180546" y="94621"/>
                  <a:pt x="208006" y="104270"/>
                  <a:pt x="230905" y="121196"/>
                </a:cubicBezTo>
                <a:cubicBezTo>
                  <a:pt x="232038" y="121967"/>
                  <a:pt x="233514" y="121967"/>
                  <a:pt x="234648" y="121196"/>
                </a:cubicBezTo>
                <a:lnTo>
                  <a:pt x="236581" y="120367"/>
                </a:lnTo>
                <a:cubicBezTo>
                  <a:pt x="237848" y="119814"/>
                  <a:pt x="238667" y="118567"/>
                  <a:pt x="238658" y="117186"/>
                </a:cubicBezTo>
                <a:cubicBezTo>
                  <a:pt x="237496" y="81038"/>
                  <a:pt x="231676" y="45186"/>
                  <a:pt x="221351" y="10525"/>
                </a:cubicBezTo>
                <a:cubicBezTo>
                  <a:pt x="220960" y="9296"/>
                  <a:pt x="219865" y="8420"/>
                  <a:pt x="218579" y="8315"/>
                </a:cubicBezTo>
                <a:cubicBezTo>
                  <a:pt x="208635" y="4924"/>
                  <a:pt x="198377" y="2505"/>
                  <a:pt x="187966" y="1104"/>
                </a:cubicBezTo>
                <a:cubicBezTo>
                  <a:pt x="186870" y="971"/>
                  <a:pt x="185785" y="1390"/>
                  <a:pt x="185061" y="2219"/>
                </a:cubicBezTo>
                <a:cubicBezTo>
                  <a:pt x="164239" y="23660"/>
                  <a:pt x="146646" y="48015"/>
                  <a:pt x="132835" y="7452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31726" y="2780350"/>
            <a:ext cx="332774" cy="342966"/>
          </a:xfrm>
          <a:custGeom>
            <a:avLst/>
            <a:gdLst/>
            <a:ahLst/>
            <a:cxnLst/>
            <a:rect l="0" t="0" r="0" b="0"/>
            <a:pathLst>
              <a:path w="332774" h="342966">
                <a:moveTo>
                  <a:pt x="127968" y="281044"/>
                </a:moveTo>
                <a:lnTo>
                  <a:pt x="58702" y="281044"/>
                </a:lnTo>
                <a:cubicBezTo>
                  <a:pt x="54883" y="281044"/>
                  <a:pt x="51777" y="284149"/>
                  <a:pt x="51777" y="287978"/>
                </a:cubicBezTo>
                <a:cubicBezTo>
                  <a:pt x="51863" y="304752"/>
                  <a:pt x="62026" y="319830"/>
                  <a:pt x="77543" y="326202"/>
                </a:cubicBezTo>
                <a:cubicBezTo>
                  <a:pt x="78714" y="326697"/>
                  <a:pt x="79476" y="327840"/>
                  <a:pt x="79486" y="329117"/>
                </a:cubicBezTo>
                <a:cubicBezTo>
                  <a:pt x="79486" y="336765"/>
                  <a:pt x="85686" y="342966"/>
                  <a:pt x="93335" y="342966"/>
                </a:cubicBezTo>
                <a:cubicBezTo>
                  <a:pt x="100984" y="342966"/>
                  <a:pt x="107184" y="336765"/>
                  <a:pt x="107184" y="329117"/>
                </a:cubicBezTo>
                <a:cubicBezTo>
                  <a:pt x="107184" y="327736"/>
                  <a:pt x="107994" y="326478"/>
                  <a:pt x="109261" y="325926"/>
                </a:cubicBezTo>
                <a:cubicBezTo>
                  <a:pt x="124634" y="319544"/>
                  <a:pt x="134721" y="304619"/>
                  <a:pt x="134893" y="287978"/>
                </a:cubicBezTo>
                <a:cubicBezTo>
                  <a:pt x="134816" y="284178"/>
                  <a:pt x="131759" y="281120"/>
                  <a:pt x="127968" y="281044"/>
                </a:cubicBezTo>
                <a:moveTo>
                  <a:pt x="211350" y="146132"/>
                </a:moveTo>
                <a:cubicBezTo>
                  <a:pt x="211350" y="159524"/>
                  <a:pt x="222199" y="170373"/>
                  <a:pt x="235591" y="170373"/>
                </a:cubicBezTo>
                <a:cubicBezTo>
                  <a:pt x="248973" y="170373"/>
                  <a:pt x="259832" y="159524"/>
                  <a:pt x="259832" y="146132"/>
                </a:cubicBezTo>
                <a:cubicBezTo>
                  <a:pt x="259832" y="132749"/>
                  <a:pt x="248973" y="121891"/>
                  <a:pt x="235591" y="121891"/>
                </a:cubicBezTo>
                <a:cubicBezTo>
                  <a:pt x="222199" y="121891"/>
                  <a:pt x="211350" y="132749"/>
                  <a:pt x="211350" y="146132"/>
                </a:cubicBezTo>
                <a:moveTo>
                  <a:pt x="327288" y="43634"/>
                </a:moveTo>
                <a:cubicBezTo>
                  <a:pt x="273891" y="0"/>
                  <a:pt x="197148" y="0"/>
                  <a:pt x="143751" y="43634"/>
                </a:cubicBezTo>
                <a:cubicBezTo>
                  <a:pt x="139160" y="47320"/>
                  <a:pt x="137398" y="53511"/>
                  <a:pt x="139360" y="59054"/>
                </a:cubicBezTo>
                <a:cubicBezTo>
                  <a:pt x="141331" y="64608"/>
                  <a:pt x="146589" y="68313"/>
                  <a:pt x="152476" y="68284"/>
                </a:cubicBezTo>
                <a:cubicBezTo>
                  <a:pt x="155638" y="68227"/>
                  <a:pt x="158696" y="67160"/>
                  <a:pt x="161210" y="65246"/>
                </a:cubicBezTo>
                <a:cubicBezTo>
                  <a:pt x="204416" y="29803"/>
                  <a:pt x="266623" y="29803"/>
                  <a:pt x="309829" y="65246"/>
                </a:cubicBezTo>
                <a:cubicBezTo>
                  <a:pt x="312696" y="67570"/>
                  <a:pt x="316363" y="68656"/>
                  <a:pt x="320030" y="68265"/>
                </a:cubicBezTo>
                <a:cubicBezTo>
                  <a:pt x="323697" y="67875"/>
                  <a:pt x="327059" y="66036"/>
                  <a:pt x="329364" y="63160"/>
                </a:cubicBezTo>
                <a:cubicBezTo>
                  <a:pt x="331689" y="60302"/>
                  <a:pt x="332774" y="56635"/>
                  <a:pt x="332384" y="52968"/>
                </a:cubicBezTo>
                <a:cubicBezTo>
                  <a:pt x="331993" y="49301"/>
                  <a:pt x="330165" y="45939"/>
                  <a:pt x="327288" y="43634"/>
                </a:cubicBezTo>
                <a:moveTo>
                  <a:pt x="178384" y="86715"/>
                </a:moveTo>
                <a:cubicBezTo>
                  <a:pt x="175507" y="89020"/>
                  <a:pt x="173678" y="92382"/>
                  <a:pt x="173288" y="96040"/>
                </a:cubicBezTo>
                <a:cubicBezTo>
                  <a:pt x="172897" y="99707"/>
                  <a:pt x="173983" y="103384"/>
                  <a:pt x="176307" y="106241"/>
                </a:cubicBezTo>
                <a:cubicBezTo>
                  <a:pt x="178946" y="109499"/>
                  <a:pt x="182918" y="111385"/>
                  <a:pt x="187109" y="111366"/>
                </a:cubicBezTo>
                <a:cubicBezTo>
                  <a:pt x="190328" y="111261"/>
                  <a:pt x="193414" y="110042"/>
                  <a:pt x="195833" y="107908"/>
                </a:cubicBezTo>
                <a:cubicBezTo>
                  <a:pt x="218941" y="88915"/>
                  <a:pt x="252241" y="88915"/>
                  <a:pt x="275339" y="107908"/>
                </a:cubicBezTo>
                <a:cubicBezTo>
                  <a:pt x="281320" y="112395"/>
                  <a:pt x="289798" y="111328"/>
                  <a:pt x="294474" y="105489"/>
                </a:cubicBezTo>
                <a:cubicBezTo>
                  <a:pt x="299151" y="99650"/>
                  <a:pt x="298351" y="91154"/>
                  <a:pt x="292655" y="86296"/>
                </a:cubicBezTo>
                <a:cubicBezTo>
                  <a:pt x="259308" y="59255"/>
                  <a:pt x="211531" y="59426"/>
                  <a:pt x="178384" y="86715"/>
                </a:cubicBezTo>
                <a:moveTo>
                  <a:pt x="93335" y="80200"/>
                </a:moveTo>
                <a:cubicBezTo>
                  <a:pt x="68599" y="80162"/>
                  <a:pt x="44872" y="89973"/>
                  <a:pt x="27374" y="107461"/>
                </a:cubicBezTo>
                <a:cubicBezTo>
                  <a:pt x="9886" y="124958"/>
                  <a:pt x="76" y="148685"/>
                  <a:pt x="114" y="173421"/>
                </a:cubicBezTo>
                <a:cubicBezTo>
                  <a:pt x="0" y="212350"/>
                  <a:pt x="24412" y="247135"/>
                  <a:pt x="61064" y="260270"/>
                </a:cubicBezTo>
                <a:lnTo>
                  <a:pt x="76019" y="260270"/>
                </a:lnTo>
                <a:cubicBezTo>
                  <a:pt x="79848" y="260270"/>
                  <a:pt x="82943" y="257175"/>
                  <a:pt x="82943" y="253345"/>
                </a:cubicBezTo>
                <a:lnTo>
                  <a:pt x="82943" y="191014"/>
                </a:lnTo>
                <a:cubicBezTo>
                  <a:pt x="82962" y="189890"/>
                  <a:pt x="82381" y="188833"/>
                  <a:pt x="81419" y="188242"/>
                </a:cubicBezTo>
                <a:lnTo>
                  <a:pt x="56349" y="172040"/>
                </a:lnTo>
                <a:cubicBezTo>
                  <a:pt x="51958" y="168697"/>
                  <a:pt x="50949" y="162506"/>
                  <a:pt x="54044" y="157943"/>
                </a:cubicBezTo>
                <a:cubicBezTo>
                  <a:pt x="57130" y="153381"/>
                  <a:pt x="63255" y="152018"/>
                  <a:pt x="67989" y="154857"/>
                </a:cubicBezTo>
                <a:lnTo>
                  <a:pt x="91392" y="170516"/>
                </a:lnTo>
                <a:cubicBezTo>
                  <a:pt x="92592" y="171202"/>
                  <a:pt x="94078" y="171202"/>
                  <a:pt x="95278" y="170516"/>
                </a:cubicBezTo>
                <a:lnTo>
                  <a:pt x="118681" y="154857"/>
                </a:lnTo>
                <a:cubicBezTo>
                  <a:pt x="123310" y="152018"/>
                  <a:pt x="129349" y="153228"/>
                  <a:pt x="132530" y="157629"/>
                </a:cubicBezTo>
                <a:cubicBezTo>
                  <a:pt x="135416" y="162286"/>
                  <a:pt x="134140" y="168382"/>
                  <a:pt x="129625" y="171478"/>
                </a:cubicBezTo>
                <a:lnTo>
                  <a:pt x="104689" y="188242"/>
                </a:lnTo>
                <a:cubicBezTo>
                  <a:pt x="103727" y="188833"/>
                  <a:pt x="103155" y="189890"/>
                  <a:pt x="103165" y="191014"/>
                </a:cubicBezTo>
                <a:lnTo>
                  <a:pt x="103165" y="253345"/>
                </a:lnTo>
                <a:cubicBezTo>
                  <a:pt x="103155" y="255336"/>
                  <a:pt x="103993" y="257232"/>
                  <a:pt x="105479" y="258565"/>
                </a:cubicBezTo>
                <a:cubicBezTo>
                  <a:pt x="106965" y="259889"/>
                  <a:pt x="108946" y="260508"/>
                  <a:pt x="110928" y="260270"/>
                </a:cubicBezTo>
                <a:lnTo>
                  <a:pt x="125749" y="260270"/>
                </a:lnTo>
                <a:cubicBezTo>
                  <a:pt x="162325" y="247202"/>
                  <a:pt x="186728" y="212540"/>
                  <a:pt x="186689" y="173697"/>
                </a:cubicBezTo>
                <a:cubicBezTo>
                  <a:pt x="186804" y="148894"/>
                  <a:pt x="177012" y="125063"/>
                  <a:pt x="159477" y="107508"/>
                </a:cubicBezTo>
                <a:cubicBezTo>
                  <a:pt x="141951" y="89963"/>
                  <a:pt x="118138" y="80124"/>
                  <a:pt x="93335" y="8020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33303" y="3787898"/>
            <a:ext cx="334413" cy="333136"/>
          </a:xfrm>
          <a:custGeom>
            <a:avLst/>
            <a:gdLst/>
            <a:ahLst/>
            <a:cxnLst/>
            <a:rect l="0" t="0" r="0" b="0"/>
            <a:pathLst>
              <a:path w="334413" h="333136">
                <a:moveTo>
                  <a:pt x="330479" y="96002"/>
                </a:moveTo>
                <a:lnTo>
                  <a:pt x="214817" y="2781"/>
                </a:lnTo>
                <a:cubicBezTo>
                  <a:pt x="211445" y="0"/>
                  <a:pt x="206559" y="0"/>
                  <a:pt x="203187" y="2781"/>
                </a:cubicBezTo>
                <a:lnTo>
                  <a:pt x="87525" y="96002"/>
                </a:lnTo>
                <a:cubicBezTo>
                  <a:pt x="84648" y="98336"/>
                  <a:pt x="83591" y="102241"/>
                  <a:pt x="84896" y="105698"/>
                </a:cubicBezTo>
                <a:cubicBezTo>
                  <a:pt x="86172" y="109185"/>
                  <a:pt x="89487" y="111509"/>
                  <a:pt x="93202" y="111518"/>
                </a:cubicBezTo>
                <a:lnTo>
                  <a:pt x="118967" y="111518"/>
                </a:lnTo>
                <a:cubicBezTo>
                  <a:pt x="122786" y="111518"/>
                  <a:pt x="125891" y="114614"/>
                  <a:pt x="125891" y="118443"/>
                </a:cubicBezTo>
                <a:lnTo>
                  <a:pt x="125891" y="199748"/>
                </a:lnTo>
                <a:cubicBezTo>
                  <a:pt x="125968" y="204597"/>
                  <a:pt x="129911" y="208473"/>
                  <a:pt x="134759" y="208473"/>
                </a:cubicBezTo>
                <a:lnTo>
                  <a:pt x="283244" y="208473"/>
                </a:lnTo>
                <a:cubicBezTo>
                  <a:pt x="288083" y="208473"/>
                  <a:pt x="292036" y="204597"/>
                  <a:pt x="292112" y="199748"/>
                </a:cubicBezTo>
                <a:lnTo>
                  <a:pt x="292112" y="118443"/>
                </a:lnTo>
                <a:cubicBezTo>
                  <a:pt x="292112" y="114614"/>
                  <a:pt x="295208" y="111518"/>
                  <a:pt x="299037" y="111518"/>
                </a:cubicBezTo>
                <a:lnTo>
                  <a:pt x="324802" y="111518"/>
                </a:lnTo>
                <a:cubicBezTo>
                  <a:pt x="328517" y="111509"/>
                  <a:pt x="331831" y="109185"/>
                  <a:pt x="333108" y="105698"/>
                </a:cubicBezTo>
                <a:cubicBezTo>
                  <a:pt x="334413" y="102241"/>
                  <a:pt x="333355" y="98336"/>
                  <a:pt x="330479" y="96002"/>
                </a:cubicBezTo>
                <a:moveTo>
                  <a:pt x="259422" y="111518"/>
                </a:moveTo>
                <a:cubicBezTo>
                  <a:pt x="254136" y="120215"/>
                  <a:pt x="244659" y="125472"/>
                  <a:pt x="234486" y="125368"/>
                </a:cubicBezTo>
                <a:cubicBezTo>
                  <a:pt x="233400" y="125482"/>
                  <a:pt x="232429" y="126082"/>
                  <a:pt x="231838" y="126996"/>
                </a:cubicBezTo>
                <a:cubicBezTo>
                  <a:pt x="231247" y="127911"/>
                  <a:pt x="231095" y="129044"/>
                  <a:pt x="231438" y="130073"/>
                </a:cubicBezTo>
                <a:lnTo>
                  <a:pt x="248754" y="176345"/>
                </a:lnTo>
                <a:cubicBezTo>
                  <a:pt x="249250" y="177298"/>
                  <a:pt x="249250" y="178431"/>
                  <a:pt x="248754" y="179393"/>
                </a:cubicBezTo>
                <a:cubicBezTo>
                  <a:pt x="248088" y="180336"/>
                  <a:pt x="247002" y="180898"/>
                  <a:pt x="245849" y="180908"/>
                </a:cubicBezTo>
                <a:cubicBezTo>
                  <a:pt x="237820" y="181841"/>
                  <a:pt x="229723" y="180032"/>
                  <a:pt x="222856" y="175783"/>
                </a:cubicBezTo>
                <a:cubicBezTo>
                  <a:pt x="214160" y="170507"/>
                  <a:pt x="208892" y="161029"/>
                  <a:pt x="208997" y="150856"/>
                </a:cubicBezTo>
                <a:cubicBezTo>
                  <a:pt x="208892" y="149771"/>
                  <a:pt x="208292" y="148799"/>
                  <a:pt x="207378" y="148209"/>
                </a:cubicBezTo>
                <a:cubicBezTo>
                  <a:pt x="206463" y="147608"/>
                  <a:pt x="205330" y="147466"/>
                  <a:pt x="204292" y="147808"/>
                </a:cubicBezTo>
                <a:lnTo>
                  <a:pt x="158029" y="165125"/>
                </a:lnTo>
                <a:cubicBezTo>
                  <a:pt x="157067" y="165611"/>
                  <a:pt x="155933" y="165611"/>
                  <a:pt x="154981" y="165125"/>
                </a:cubicBezTo>
                <a:cubicBezTo>
                  <a:pt x="154038" y="164458"/>
                  <a:pt x="153466" y="163372"/>
                  <a:pt x="153457" y="162210"/>
                </a:cubicBezTo>
                <a:cubicBezTo>
                  <a:pt x="152523" y="154190"/>
                  <a:pt x="154333" y="146084"/>
                  <a:pt x="158581" y="139217"/>
                </a:cubicBezTo>
                <a:cubicBezTo>
                  <a:pt x="163868" y="130521"/>
                  <a:pt x="173345" y="125263"/>
                  <a:pt x="183518" y="125368"/>
                </a:cubicBezTo>
                <a:cubicBezTo>
                  <a:pt x="184594" y="125253"/>
                  <a:pt x="185575" y="124653"/>
                  <a:pt x="186166" y="123739"/>
                </a:cubicBezTo>
                <a:cubicBezTo>
                  <a:pt x="186756" y="122824"/>
                  <a:pt x="186899" y="121691"/>
                  <a:pt x="186566" y="120662"/>
                </a:cubicBezTo>
                <a:lnTo>
                  <a:pt x="169249" y="74533"/>
                </a:lnTo>
                <a:cubicBezTo>
                  <a:pt x="168754" y="73580"/>
                  <a:pt x="168754" y="72437"/>
                  <a:pt x="169249" y="71485"/>
                </a:cubicBezTo>
                <a:cubicBezTo>
                  <a:pt x="169973" y="70456"/>
                  <a:pt x="171173" y="69875"/>
                  <a:pt x="172431" y="69961"/>
                </a:cubicBezTo>
                <a:cubicBezTo>
                  <a:pt x="180346" y="69056"/>
                  <a:pt x="188337" y="70808"/>
                  <a:pt x="195148" y="74952"/>
                </a:cubicBezTo>
                <a:cubicBezTo>
                  <a:pt x="203844" y="80229"/>
                  <a:pt x="209111" y="89706"/>
                  <a:pt x="208997" y="99879"/>
                </a:cubicBezTo>
                <a:cubicBezTo>
                  <a:pt x="209111" y="100965"/>
                  <a:pt x="209711" y="101936"/>
                  <a:pt x="210626" y="102536"/>
                </a:cubicBezTo>
                <a:cubicBezTo>
                  <a:pt x="211540" y="103127"/>
                  <a:pt x="212674" y="103270"/>
                  <a:pt x="213712" y="102927"/>
                </a:cubicBezTo>
                <a:lnTo>
                  <a:pt x="259975" y="85610"/>
                </a:lnTo>
                <a:cubicBezTo>
                  <a:pt x="260927" y="85124"/>
                  <a:pt x="262070" y="85124"/>
                  <a:pt x="263023" y="85610"/>
                </a:cubicBezTo>
                <a:cubicBezTo>
                  <a:pt x="263966" y="86286"/>
                  <a:pt x="264537" y="87363"/>
                  <a:pt x="264547" y="88525"/>
                </a:cubicBezTo>
                <a:cubicBezTo>
                  <a:pt x="265480" y="96545"/>
                  <a:pt x="263680" y="104651"/>
                  <a:pt x="259422" y="111518"/>
                </a:cubicBezTo>
                <a:moveTo>
                  <a:pt x="34613" y="195453"/>
                </a:moveTo>
                <a:cubicBezTo>
                  <a:pt x="41281" y="189652"/>
                  <a:pt x="51206" y="189652"/>
                  <a:pt x="57883" y="195453"/>
                </a:cubicBezTo>
                <a:cubicBezTo>
                  <a:pt x="62169" y="199282"/>
                  <a:pt x="68741" y="198910"/>
                  <a:pt x="72561" y="194624"/>
                </a:cubicBezTo>
                <a:cubicBezTo>
                  <a:pt x="76390" y="190347"/>
                  <a:pt x="76019" y="183765"/>
                  <a:pt x="71732" y="179946"/>
                </a:cubicBezTo>
                <a:cubicBezTo>
                  <a:pt x="57083" y="167325"/>
                  <a:pt x="35413" y="167325"/>
                  <a:pt x="20754" y="179946"/>
                </a:cubicBezTo>
                <a:cubicBezTo>
                  <a:pt x="16468" y="183765"/>
                  <a:pt x="16097" y="190347"/>
                  <a:pt x="19926" y="194624"/>
                </a:cubicBezTo>
                <a:cubicBezTo>
                  <a:pt x="23755" y="198910"/>
                  <a:pt x="30327" y="199282"/>
                  <a:pt x="34613" y="195453"/>
                </a:cubicBezTo>
                <a:moveTo>
                  <a:pt x="87382" y="150161"/>
                </a:moveTo>
                <a:cubicBezTo>
                  <a:pt x="63103" y="131597"/>
                  <a:pt x="29394" y="131597"/>
                  <a:pt x="5105" y="150161"/>
                </a:cubicBezTo>
                <a:cubicBezTo>
                  <a:pt x="676" y="153819"/>
                  <a:pt x="0" y="160353"/>
                  <a:pt x="3581" y="164849"/>
                </a:cubicBezTo>
                <a:cubicBezTo>
                  <a:pt x="7029" y="169430"/>
                  <a:pt x="13535" y="170364"/>
                  <a:pt x="18126" y="166925"/>
                </a:cubicBezTo>
                <a:cubicBezTo>
                  <a:pt x="34651" y="154028"/>
                  <a:pt x="57835" y="154028"/>
                  <a:pt x="74361" y="166925"/>
                </a:cubicBezTo>
                <a:cubicBezTo>
                  <a:pt x="78686" y="170049"/>
                  <a:pt x="84677" y="169383"/>
                  <a:pt x="88220" y="165401"/>
                </a:cubicBezTo>
                <a:cubicBezTo>
                  <a:pt x="90192" y="163296"/>
                  <a:pt x="91230" y="160486"/>
                  <a:pt x="91068" y="157600"/>
                </a:cubicBezTo>
                <a:cubicBezTo>
                  <a:pt x="90916" y="154724"/>
                  <a:pt x="89582" y="152028"/>
                  <a:pt x="87382" y="150161"/>
                </a:cubicBezTo>
                <a:moveTo>
                  <a:pt x="67027" y="211940"/>
                </a:moveTo>
                <a:lnTo>
                  <a:pt x="25469" y="211940"/>
                </a:lnTo>
                <a:cubicBezTo>
                  <a:pt x="12115" y="212016"/>
                  <a:pt x="1304" y="222827"/>
                  <a:pt x="1228" y="236181"/>
                </a:cubicBezTo>
                <a:lnTo>
                  <a:pt x="1228" y="308905"/>
                </a:lnTo>
                <a:cubicBezTo>
                  <a:pt x="1304" y="322259"/>
                  <a:pt x="12115" y="333060"/>
                  <a:pt x="25469" y="333136"/>
                </a:cubicBezTo>
                <a:lnTo>
                  <a:pt x="67027" y="333136"/>
                </a:lnTo>
                <a:cubicBezTo>
                  <a:pt x="80381" y="333060"/>
                  <a:pt x="91192" y="322259"/>
                  <a:pt x="91259" y="308905"/>
                </a:cubicBezTo>
                <a:lnTo>
                  <a:pt x="91259" y="236181"/>
                </a:lnTo>
                <a:cubicBezTo>
                  <a:pt x="91192" y="222827"/>
                  <a:pt x="80381" y="212016"/>
                  <a:pt x="67027" y="211940"/>
                </a:cubicBezTo>
                <a:moveTo>
                  <a:pt x="70484" y="308905"/>
                </a:moveTo>
                <a:cubicBezTo>
                  <a:pt x="70484" y="310810"/>
                  <a:pt x="68932" y="312362"/>
                  <a:pt x="67027" y="312362"/>
                </a:cubicBezTo>
                <a:lnTo>
                  <a:pt x="25469" y="312362"/>
                </a:lnTo>
                <a:cubicBezTo>
                  <a:pt x="23555" y="312362"/>
                  <a:pt x="22002" y="310810"/>
                  <a:pt x="22002" y="308905"/>
                </a:cubicBezTo>
                <a:lnTo>
                  <a:pt x="22002" y="236181"/>
                </a:lnTo>
                <a:cubicBezTo>
                  <a:pt x="22002" y="234267"/>
                  <a:pt x="23555" y="232714"/>
                  <a:pt x="25469" y="232714"/>
                </a:cubicBezTo>
                <a:lnTo>
                  <a:pt x="67027" y="232714"/>
                </a:lnTo>
                <a:cubicBezTo>
                  <a:pt x="68932" y="232714"/>
                  <a:pt x="70484" y="234267"/>
                  <a:pt x="70484" y="236181"/>
                </a:cubicBezTo>
                <a:lnTo>
                  <a:pt x="70484" y="30890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0525" y="2571768"/>
            <a:ext cx="14038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Roboto"/>
              </a:rPr>
              <a:t>Creational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7659" y="2673573"/>
            <a:ext cx="764296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000000"/>
                </a:solidFill>
                <a:latin typeface="Roboto"/>
              </a:rPr>
              <a:t>Global Access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494677" y="1350795"/>
            <a:ext cx="1012155" cy="276947"/>
            <a:chOff x="5494677" y="1350795"/>
            <a:chExt cx="1012155" cy="276947"/>
          </a:xfrm>
        </p:grpSpPr>
        <p:sp>
          <p:nvSpPr>
            <p:cNvPr id="26" name="TextBox 25"/>
            <p:cNvSpPr txBox="1"/>
            <p:nvPr/>
          </p:nvSpPr>
          <p:spPr>
            <a:xfrm>
              <a:off x="5418766" y="1350795"/>
              <a:ext cx="1163978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User accesses the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18766" y="1489288"/>
              <a:ext cx="1163978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SmartHomeController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349544" y="2673573"/>
            <a:ext cx="743485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Roboto"/>
              </a:rPr>
              <a:t>Create Device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712552" y="2881369"/>
            <a:ext cx="939403" cy="276947"/>
            <a:chOff x="3712552" y="2881369"/>
            <a:chExt cx="939403" cy="276947"/>
          </a:xfrm>
        </p:grpSpPr>
        <p:sp>
          <p:nvSpPr>
            <p:cNvPr id="30" name="TextBox 29"/>
            <p:cNvSpPr txBox="1"/>
            <p:nvPr/>
          </p:nvSpPr>
          <p:spPr>
            <a:xfrm>
              <a:off x="3571642" y="2881369"/>
              <a:ext cx="1080313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Controller is globally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71642" y="3019862"/>
              <a:ext cx="1080313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accessible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349544" y="2881369"/>
            <a:ext cx="1200378" cy="276947"/>
            <a:chOff x="7349544" y="2881369"/>
            <a:chExt cx="1200378" cy="276947"/>
          </a:xfrm>
        </p:grpSpPr>
        <p:sp>
          <p:nvSpPr>
            <p:cNvPr id="33" name="TextBox 32"/>
            <p:cNvSpPr txBox="1"/>
            <p:nvPr/>
          </p:nvSpPr>
          <p:spPr>
            <a:xfrm>
              <a:off x="7349544" y="2881369"/>
              <a:ext cx="1380434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Factory Method creates 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9544" y="3019862"/>
              <a:ext cx="1380434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device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523374" y="1142999"/>
            <a:ext cx="954750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Roboto"/>
              </a:rPr>
              <a:t>Access Controller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05115" y="2843229"/>
            <a:ext cx="3385899" cy="1269776"/>
            <a:chOff x="105115" y="2843229"/>
            <a:chExt cx="3385899" cy="1269776"/>
          </a:xfrm>
        </p:grpSpPr>
        <p:sp>
          <p:nvSpPr>
            <p:cNvPr id="37" name="TextBox 36"/>
            <p:cNvSpPr txBox="1"/>
            <p:nvPr/>
          </p:nvSpPr>
          <p:spPr>
            <a:xfrm>
              <a:off x="105115" y="2843229"/>
              <a:ext cx="389378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000000"/>
                  </a:solidFill>
                  <a:latin typeface="Roboto"/>
                </a:rPr>
                <a:t>Singleton: Main →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5115" y="3097165"/>
              <a:ext cx="389378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000000"/>
                  </a:solidFill>
                  <a:latin typeface="Roboto"/>
                </a:rPr>
                <a:t>SmartHomeController → single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115" y="3351102"/>
              <a:ext cx="389378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000000"/>
                  </a:solidFill>
                  <a:latin typeface="Roboto"/>
                </a:rPr>
                <a:t>instance.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5115" y="3605038"/>
              <a:ext cx="3893783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000000"/>
                  </a:solidFill>
                  <a:latin typeface="Roboto"/>
                </a:rPr>
                <a:t>Factory Method: User → DeviceFactory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5115" y="3858975"/>
              <a:ext cx="3893783" cy="25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000000"/>
                  </a:solidFill>
                  <a:latin typeface="Roboto"/>
                </a:rPr>
                <a:t>→ Light / Fan.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390525" y="371475"/>
            <a:ext cx="6196666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Roboto"/>
              </a:rPr>
              <a:t>Singleton and Factory Method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9154" y="4287256"/>
            <a:ext cx="783192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Roboto"/>
              </a:rPr>
              <a:t>Control Device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5474493" y="4495052"/>
            <a:ext cx="1052512" cy="276947"/>
            <a:chOff x="5474493" y="4495052"/>
            <a:chExt cx="1052512" cy="276947"/>
          </a:xfrm>
        </p:grpSpPr>
        <p:sp>
          <p:nvSpPr>
            <p:cNvPr id="45" name="TextBox 44"/>
            <p:cNvSpPr txBox="1"/>
            <p:nvPr/>
          </p:nvSpPr>
          <p:spPr>
            <a:xfrm>
              <a:off x="5395555" y="4495052"/>
              <a:ext cx="1210388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Controller controls the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95555" y="4633545"/>
              <a:ext cx="1210388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created device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54002" y="2218371"/>
            <a:ext cx="3233737" cy="2032635"/>
          </a:xfrm>
          <a:custGeom>
            <a:avLst/>
            <a:gdLst/>
            <a:ahLst/>
            <a:cxnLst/>
            <a:rect l="0" t="0" r="0" b="0"/>
            <a:pathLst>
              <a:path w="3233737" h="2032635">
                <a:moveTo>
                  <a:pt x="0" y="2032635"/>
                </a:moveTo>
                <a:lnTo>
                  <a:pt x="0" y="1847850"/>
                </a:lnTo>
                <a:lnTo>
                  <a:pt x="277177" y="1847850"/>
                </a:lnTo>
                <a:lnTo>
                  <a:pt x="277177" y="1663065"/>
                </a:lnTo>
                <a:lnTo>
                  <a:pt x="554355" y="1663065"/>
                </a:lnTo>
                <a:lnTo>
                  <a:pt x="554355" y="1478280"/>
                </a:lnTo>
                <a:lnTo>
                  <a:pt x="831532" y="1478280"/>
                </a:lnTo>
                <a:lnTo>
                  <a:pt x="831532" y="1293495"/>
                </a:lnTo>
                <a:lnTo>
                  <a:pt x="1108710" y="1293495"/>
                </a:lnTo>
                <a:lnTo>
                  <a:pt x="1108710" y="1108710"/>
                </a:lnTo>
                <a:lnTo>
                  <a:pt x="1385887" y="1108710"/>
                </a:lnTo>
                <a:lnTo>
                  <a:pt x="1385887" y="923925"/>
                </a:lnTo>
                <a:lnTo>
                  <a:pt x="1663065" y="923925"/>
                </a:lnTo>
                <a:lnTo>
                  <a:pt x="1663065" y="739140"/>
                </a:lnTo>
                <a:lnTo>
                  <a:pt x="1940242" y="739140"/>
                </a:lnTo>
                <a:lnTo>
                  <a:pt x="1940242" y="554355"/>
                </a:lnTo>
                <a:lnTo>
                  <a:pt x="2217420" y="554355"/>
                </a:lnTo>
                <a:lnTo>
                  <a:pt x="2217420" y="369570"/>
                </a:lnTo>
                <a:lnTo>
                  <a:pt x="2494597" y="369570"/>
                </a:lnTo>
                <a:lnTo>
                  <a:pt x="2494597" y="184785"/>
                </a:lnTo>
                <a:lnTo>
                  <a:pt x="2771775" y="184785"/>
                </a:lnTo>
                <a:lnTo>
                  <a:pt x="2771775" y="0"/>
                </a:lnTo>
                <a:lnTo>
                  <a:pt x="3233737" y="0"/>
                </a:lnTo>
              </a:path>
            </a:pathLst>
          </a:custGeom>
          <a:noFill/>
          <a:ln w="57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16808" y="1570834"/>
            <a:ext cx="371760" cy="370360"/>
          </a:xfrm>
          <a:custGeom>
            <a:avLst/>
            <a:gdLst/>
            <a:ahLst/>
            <a:cxnLst/>
            <a:rect l="0" t="0" r="0" b="0"/>
            <a:pathLst>
              <a:path w="371760" h="370360">
                <a:moveTo>
                  <a:pt x="205397" y="116281"/>
                </a:moveTo>
                <a:cubicBezTo>
                  <a:pt x="205397" y="131168"/>
                  <a:pt x="217455" y="143227"/>
                  <a:pt x="232343" y="143227"/>
                </a:cubicBezTo>
                <a:cubicBezTo>
                  <a:pt x="247230" y="143227"/>
                  <a:pt x="259289" y="131168"/>
                  <a:pt x="259289" y="116281"/>
                </a:cubicBezTo>
                <a:cubicBezTo>
                  <a:pt x="259289" y="101393"/>
                  <a:pt x="247230" y="89334"/>
                  <a:pt x="232343" y="89334"/>
                </a:cubicBezTo>
                <a:cubicBezTo>
                  <a:pt x="217455" y="89334"/>
                  <a:pt x="205397" y="101393"/>
                  <a:pt x="205397" y="116281"/>
                </a:cubicBezTo>
                <a:moveTo>
                  <a:pt x="367388" y="106737"/>
                </a:moveTo>
                <a:lnTo>
                  <a:pt x="238810" y="3105"/>
                </a:lnTo>
                <a:cubicBezTo>
                  <a:pt x="235057" y="0"/>
                  <a:pt x="229628" y="0"/>
                  <a:pt x="225875" y="3105"/>
                </a:cubicBezTo>
                <a:lnTo>
                  <a:pt x="97297" y="106737"/>
                </a:lnTo>
                <a:cubicBezTo>
                  <a:pt x="94097" y="109318"/>
                  <a:pt x="92925" y="113661"/>
                  <a:pt x="94373" y="117509"/>
                </a:cubicBezTo>
                <a:cubicBezTo>
                  <a:pt x="95792" y="121396"/>
                  <a:pt x="99479" y="123977"/>
                  <a:pt x="103612" y="123977"/>
                </a:cubicBezTo>
                <a:lnTo>
                  <a:pt x="132254" y="123977"/>
                </a:lnTo>
                <a:cubicBezTo>
                  <a:pt x="136502" y="123977"/>
                  <a:pt x="139950" y="127425"/>
                  <a:pt x="139950" y="131683"/>
                </a:cubicBezTo>
                <a:lnTo>
                  <a:pt x="139950" y="222075"/>
                </a:lnTo>
                <a:cubicBezTo>
                  <a:pt x="140036" y="227456"/>
                  <a:pt x="144418" y="231771"/>
                  <a:pt x="149809" y="231771"/>
                </a:cubicBezTo>
                <a:lnTo>
                  <a:pt x="314877" y="231771"/>
                </a:lnTo>
                <a:cubicBezTo>
                  <a:pt x="320268" y="231771"/>
                  <a:pt x="324650" y="227456"/>
                  <a:pt x="324735" y="222075"/>
                </a:cubicBezTo>
                <a:lnTo>
                  <a:pt x="324735" y="131683"/>
                </a:lnTo>
                <a:cubicBezTo>
                  <a:pt x="324735" y="127425"/>
                  <a:pt x="328183" y="123977"/>
                  <a:pt x="332432" y="123977"/>
                </a:cubicBezTo>
                <a:lnTo>
                  <a:pt x="361073" y="123977"/>
                </a:lnTo>
                <a:cubicBezTo>
                  <a:pt x="365207" y="123977"/>
                  <a:pt x="368893" y="121396"/>
                  <a:pt x="370312" y="117509"/>
                </a:cubicBezTo>
                <a:cubicBezTo>
                  <a:pt x="371760" y="113661"/>
                  <a:pt x="370589" y="109318"/>
                  <a:pt x="367388" y="106737"/>
                </a:cubicBezTo>
                <a:moveTo>
                  <a:pt x="257289" y="159553"/>
                </a:moveTo>
                <a:cubicBezTo>
                  <a:pt x="256155" y="160305"/>
                  <a:pt x="255460" y="161572"/>
                  <a:pt x="255441" y="162944"/>
                </a:cubicBezTo>
                <a:lnTo>
                  <a:pt x="255441" y="174031"/>
                </a:lnTo>
                <a:cubicBezTo>
                  <a:pt x="255479" y="180927"/>
                  <a:pt x="251764" y="187290"/>
                  <a:pt x="245745" y="190661"/>
                </a:cubicBezTo>
                <a:cubicBezTo>
                  <a:pt x="244602" y="191414"/>
                  <a:pt x="243916" y="192681"/>
                  <a:pt x="243897" y="194043"/>
                </a:cubicBezTo>
                <a:lnTo>
                  <a:pt x="243897" y="197129"/>
                </a:lnTo>
                <a:cubicBezTo>
                  <a:pt x="243897" y="203501"/>
                  <a:pt x="238725" y="208673"/>
                  <a:pt x="232343" y="208673"/>
                </a:cubicBezTo>
                <a:cubicBezTo>
                  <a:pt x="225961" y="208673"/>
                  <a:pt x="220799" y="203501"/>
                  <a:pt x="220799" y="197129"/>
                </a:cubicBezTo>
                <a:lnTo>
                  <a:pt x="220799" y="194043"/>
                </a:lnTo>
                <a:cubicBezTo>
                  <a:pt x="220770" y="192681"/>
                  <a:pt x="220084" y="191414"/>
                  <a:pt x="218951" y="190661"/>
                </a:cubicBezTo>
                <a:cubicBezTo>
                  <a:pt x="212921" y="187290"/>
                  <a:pt x="209207" y="180927"/>
                  <a:pt x="209245" y="174031"/>
                </a:cubicBezTo>
                <a:lnTo>
                  <a:pt x="209245" y="162944"/>
                </a:lnTo>
                <a:cubicBezTo>
                  <a:pt x="209226" y="161572"/>
                  <a:pt x="208530" y="160305"/>
                  <a:pt x="207397" y="159553"/>
                </a:cubicBezTo>
                <a:cubicBezTo>
                  <a:pt x="187747" y="148256"/>
                  <a:pt x="178146" y="125158"/>
                  <a:pt x="183994" y="103260"/>
                </a:cubicBezTo>
                <a:cubicBezTo>
                  <a:pt x="189842" y="81353"/>
                  <a:pt x="209673" y="66122"/>
                  <a:pt x="232343" y="66122"/>
                </a:cubicBezTo>
                <a:cubicBezTo>
                  <a:pt x="255012" y="66122"/>
                  <a:pt x="274843" y="81353"/>
                  <a:pt x="280692" y="103260"/>
                </a:cubicBezTo>
                <a:cubicBezTo>
                  <a:pt x="286540" y="125158"/>
                  <a:pt x="276939" y="148256"/>
                  <a:pt x="257289" y="159553"/>
                </a:cubicBezTo>
                <a:moveTo>
                  <a:pt x="38471" y="217293"/>
                </a:moveTo>
                <a:cubicBezTo>
                  <a:pt x="45891" y="210845"/>
                  <a:pt x="56921" y="210845"/>
                  <a:pt x="64341" y="217293"/>
                </a:cubicBezTo>
                <a:cubicBezTo>
                  <a:pt x="69103" y="221551"/>
                  <a:pt x="76419" y="221141"/>
                  <a:pt x="80667" y="216379"/>
                </a:cubicBezTo>
                <a:cubicBezTo>
                  <a:pt x="84924" y="211607"/>
                  <a:pt x="84505" y="204301"/>
                  <a:pt x="79743" y="200053"/>
                </a:cubicBezTo>
                <a:cubicBezTo>
                  <a:pt x="63455" y="186023"/>
                  <a:pt x="39357" y="186023"/>
                  <a:pt x="23079" y="200053"/>
                </a:cubicBezTo>
                <a:cubicBezTo>
                  <a:pt x="18307" y="204301"/>
                  <a:pt x="17897" y="211607"/>
                  <a:pt x="22145" y="216379"/>
                </a:cubicBezTo>
                <a:cubicBezTo>
                  <a:pt x="26403" y="221141"/>
                  <a:pt x="33708" y="221551"/>
                  <a:pt x="38471" y="217293"/>
                </a:cubicBezTo>
                <a:moveTo>
                  <a:pt x="97145" y="166944"/>
                </a:moveTo>
                <a:cubicBezTo>
                  <a:pt x="70142" y="146303"/>
                  <a:pt x="32670" y="146303"/>
                  <a:pt x="5676" y="166944"/>
                </a:cubicBezTo>
                <a:cubicBezTo>
                  <a:pt x="752" y="171011"/>
                  <a:pt x="0" y="178269"/>
                  <a:pt x="3981" y="183270"/>
                </a:cubicBezTo>
                <a:cubicBezTo>
                  <a:pt x="7810" y="188366"/>
                  <a:pt x="15049" y="189404"/>
                  <a:pt x="20145" y="185575"/>
                </a:cubicBezTo>
                <a:cubicBezTo>
                  <a:pt x="38519" y="171240"/>
                  <a:pt x="64293" y="171240"/>
                  <a:pt x="82667" y="185575"/>
                </a:cubicBezTo>
                <a:cubicBezTo>
                  <a:pt x="87477" y="189052"/>
                  <a:pt x="94126" y="188318"/>
                  <a:pt x="98069" y="183880"/>
                </a:cubicBezTo>
                <a:cubicBezTo>
                  <a:pt x="100269" y="181546"/>
                  <a:pt x="101412" y="178412"/>
                  <a:pt x="101241" y="175212"/>
                </a:cubicBezTo>
                <a:cubicBezTo>
                  <a:pt x="101060" y="172011"/>
                  <a:pt x="99583" y="169021"/>
                  <a:pt x="97145" y="166944"/>
                </a:cubicBezTo>
                <a:moveTo>
                  <a:pt x="101450" y="262566"/>
                </a:moveTo>
                <a:cubicBezTo>
                  <a:pt x="101374" y="247726"/>
                  <a:pt x="89354" y="235705"/>
                  <a:pt x="74504" y="235619"/>
                </a:cubicBezTo>
                <a:lnTo>
                  <a:pt x="28308" y="235619"/>
                </a:lnTo>
                <a:cubicBezTo>
                  <a:pt x="13458" y="235705"/>
                  <a:pt x="1447" y="247726"/>
                  <a:pt x="1362" y="262566"/>
                </a:cubicBezTo>
                <a:lnTo>
                  <a:pt x="1362" y="343414"/>
                </a:lnTo>
                <a:cubicBezTo>
                  <a:pt x="1447" y="358263"/>
                  <a:pt x="13458" y="370274"/>
                  <a:pt x="28308" y="370360"/>
                </a:cubicBezTo>
                <a:lnTo>
                  <a:pt x="74504" y="370360"/>
                </a:lnTo>
                <a:cubicBezTo>
                  <a:pt x="89354" y="370274"/>
                  <a:pt x="101374" y="358263"/>
                  <a:pt x="101450" y="343414"/>
                </a:cubicBezTo>
                <a:lnTo>
                  <a:pt x="101450" y="262566"/>
                </a:lnTo>
                <a:moveTo>
                  <a:pt x="78352" y="343414"/>
                </a:moveTo>
                <a:cubicBezTo>
                  <a:pt x="78352" y="345538"/>
                  <a:pt x="76628" y="347262"/>
                  <a:pt x="74504" y="347262"/>
                </a:cubicBezTo>
                <a:lnTo>
                  <a:pt x="28308" y="347262"/>
                </a:lnTo>
                <a:cubicBezTo>
                  <a:pt x="26184" y="347262"/>
                  <a:pt x="24460" y="345538"/>
                  <a:pt x="24460" y="343414"/>
                </a:cubicBezTo>
                <a:lnTo>
                  <a:pt x="24460" y="262566"/>
                </a:lnTo>
                <a:cubicBezTo>
                  <a:pt x="24460" y="260442"/>
                  <a:pt x="26184" y="258718"/>
                  <a:pt x="28308" y="258718"/>
                </a:cubicBezTo>
                <a:lnTo>
                  <a:pt x="74504" y="258718"/>
                </a:lnTo>
                <a:cubicBezTo>
                  <a:pt x="76628" y="258718"/>
                  <a:pt x="78352" y="260442"/>
                  <a:pt x="78352" y="262566"/>
                </a:cubicBezTo>
                <a:lnTo>
                  <a:pt x="78352" y="34341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308" y="2302603"/>
            <a:ext cx="366941" cy="373884"/>
          </a:xfrm>
          <a:custGeom>
            <a:avLst/>
            <a:gdLst/>
            <a:ahLst/>
            <a:cxnLst/>
            <a:rect l="0" t="0" r="0" b="0"/>
            <a:pathLst>
              <a:path w="366941" h="373884">
                <a:moveTo>
                  <a:pt x="229933" y="63341"/>
                </a:moveTo>
                <a:cubicBezTo>
                  <a:pt x="259222" y="34061"/>
                  <a:pt x="308162" y="33737"/>
                  <a:pt x="339280" y="63569"/>
                </a:cubicBezTo>
                <a:cubicBezTo>
                  <a:pt x="345424" y="69456"/>
                  <a:pt x="355168" y="69246"/>
                  <a:pt x="361054" y="63103"/>
                </a:cubicBezTo>
                <a:cubicBezTo>
                  <a:pt x="366941" y="56969"/>
                  <a:pt x="366731" y="47215"/>
                  <a:pt x="360597" y="41328"/>
                </a:cubicBezTo>
                <a:cubicBezTo>
                  <a:pt x="317820" y="342"/>
                  <a:pt x="249726" y="0"/>
                  <a:pt x="208159" y="41567"/>
                </a:cubicBezTo>
                <a:cubicBezTo>
                  <a:pt x="204158" y="45424"/>
                  <a:pt x="202549" y="51158"/>
                  <a:pt x="203958" y="56540"/>
                </a:cubicBezTo>
                <a:cubicBezTo>
                  <a:pt x="205368" y="61922"/>
                  <a:pt x="209578" y="66122"/>
                  <a:pt x="214960" y="67532"/>
                </a:cubicBezTo>
                <a:cubicBezTo>
                  <a:pt x="220341" y="68941"/>
                  <a:pt x="226066" y="67341"/>
                  <a:pt x="229933" y="63341"/>
                </a:cubicBezTo>
                <a:moveTo>
                  <a:pt x="305485" y="102898"/>
                </a:moveTo>
                <a:cubicBezTo>
                  <a:pt x="294903" y="91344"/>
                  <a:pt x="275796" y="90639"/>
                  <a:pt x="263042" y="103374"/>
                </a:cubicBezTo>
                <a:cubicBezTo>
                  <a:pt x="259175" y="107375"/>
                  <a:pt x="253450" y="108985"/>
                  <a:pt x="248069" y="107575"/>
                </a:cubicBezTo>
                <a:cubicBezTo>
                  <a:pt x="242687" y="106165"/>
                  <a:pt x="238477" y="101955"/>
                  <a:pt x="237067" y="96573"/>
                </a:cubicBezTo>
                <a:cubicBezTo>
                  <a:pt x="235658" y="91192"/>
                  <a:pt x="237267" y="85467"/>
                  <a:pt x="241268" y="81600"/>
                </a:cubicBezTo>
                <a:cubicBezTo>
                  <a:pt x="265490" y="57378"/>
                  <a:pt x="304895" y="56673"/>
                  <a:pt x="328183" y="82076"/>
                </a:cubicBezTo>
                <a:cubicBezTo>
                  <a:pt x="333927" y="88344"/>
                  <a:pt x="333508" y="98088"/>
                  <a:pt x="327240" y="103832"/>
                </a:cubicBezTo>
                <a:cubicBezTo>
                  <a:pt x="320973" y="109585"/>
                  <a:pt x="311229" y="109166"/>
                  <a:pt x="305485" y="102898"/>
                </a:cubicBezTo>
                <a:moveTo>
                  <a:pt x="40043" y="115281"/>
                </a:moveTo>
                <a:cubicBezTo>
                  <a:pt x="40043" y="102517"/>
                  <a:pt x="50377" y="92182"/>
                  <a:pt x="63141" y="92182"/>
                </a:cubicBezTo>
                <a:lnTo>
                  <a:pt x="183251" y="92182"/>
                </a:lnTo>
                <a:cubicBezTo>
                  <a:pt x="196005" y="92182"/>
                  <a:pt x="206349" y="102517"/>
                  <a:pt x="206349" y="115281"/>
                </a:cubicBezTo>
                <a:lnTo>
                  <a:pt x="206349" y="215369"/>
                </a:lnTo>
                <a:cubicBezTo>
                  <a:pt x="206349" y="228123"/>
                  <a:pt x="196005" y="238467"/>
                  <a:pt x="183251" y="238467"/>
                </a:cubicBezTo>
                <a:lnTo>
                  <a:pt x="63141" y="238467"/>
                </a:lnTo>
                <a:cubicBezTo>
                  <a:pt x="50377" y="238467"/>
                  <a:pt x="40043" y="228123"/>
                  <a:pt x="40043" y="215369"/>
                </a:cubicBezTo>
                <a:lnTo>
                  <a:pt x="40043" y="115281"/>
                </a:lnTo>
                <a:moveTo>
                  <a:pt x="101631" y="115281"/>
                </a:moveTo>
                <a:lnTo>
                  <a:pt x="101631" y="161477"/>
                </a:lnTo>
                <a:lnTo>
                  <a:pt x="144751" y="161477"/>
                </a:lnTo>
                <a:lnTo>
                  <a:pt x="144751" y="115281"/>
                </a:lnTo>
                <a:lnTo>
                  <a:pt x="101631" y="115281"/>
                </a:lnTo>
                <a:moveTo>
                  <a:pt x="303142" y="259937"/>
                </a:moveTo>
                <a:cubicBezTo>
                  <a:pt x="334079" y="258251"/>
                  <a:pt x="360330" y="285283"/>
                  <a:pt x="360330" y="316906"/>
                </a:cubicBezTo>
                <a:cubicBezTo>
                  <a:pt x="360330" y="349034"/>
                  <a:pt x="333632" y="373884"/>
                  <a:pt x="303361" y="373884"/>
                </a:cubicBezTo>
                <a:lnTo>
                  <a:pt x="56978" y="373884"/>
                </a:lnTo>
                <a:cubicBezTo>
                  <a:pt x="24850" y="373884"/>
                  <a:pt x="0" y="347186"/>
                  <a:pt x="0" y="316906"/>
                </a:cubicBezTo>
                <a:cubicBezTo>
                  <a:pt x="0" y="284787"/>
                  <a:pt x="26698" y="259937"/>
                  <a:pt x="56978" y="259937"/>
                </a:cubicBezTo>
                <a:lnTo>
                  <a:pt x="303142" y="259937"/>
                </a:lnTo>
                <a:moveTo>
                  <a:pt x="64674" y="307286"/>
                </a:moveTo>
                <a:cubicBezTo>
                  <a:pt x="59359" y="307286"/>
                  <a:pt x="55054" y="311591"/>
                  <a:pt x="55054" y="316906"/>
                </a:cubicBezTo>
                <a:cubicBezTo>
                  <a:pt x="55054" y="322221"/>
                  <a:pt x="59359" y="326536"/>
                  <a:pt x="64674" y="326536"/>
                </a:cubicBezTo>
                <a:lnTo>
                  <a:pt x="95469" y="326536"/>
                </a:lnTo>
                <a:cubicBezTo>
                  <a:pt x="100793" y="326536"/>
                  <a:pt x="105098" y="322221"/>
                  <a:pt x="105098" y="316906"/>
                </a:cubicBezTo>
                <a:cubicBezTo>
                  <a:pt x="105098" y="311591"/>
                  <a:pt x="100793" y="307286"/>
                  <a:pt x="95478" y="307286"/>
                </a:cubicBezTo>
                <a:lnTo>
                  <a:pt x="64674" y="307286"/>
                </a:lnTo>
                <a:moveTo>
                  <a:pt x="153600" y="316906"/>
                </a:moveTo>
                <a:cubicBezTo>
                  <a:pt x="153600" y="322221"/>
                  <a:pt x="157914" y="326536"/>
                  <a:pt x="163229" y="326536"/>
                </a:cubicBezTo>
                <a:lnTo>
                  <a:pt x="194024" y="326536"/>
                </a:lnTo>
                <a:cubicBezTo>
                  <a:pt x="199339" y="326536"/>
                  <a:pt x="203654" y="322221"/>
                  <a:pt x="203654" y="316906"/>
                </a:cubicBezTo>
                <a:cubicBezTo>
                  <a:pt x="203654" y="311591"/>
                  <a:pt x="199339" y="307286"/>
                  <a:pt x="194024" y="307286"/>
                </a:cubicBezTo>
                <a:lnTo>
                  <a:pt x="163229" y="307286"/>
                </a:lnTo>
                <a:cubicBezTo>
                  <a:pt x="157914" y="307286"/>
                  <a:pt x="153600" y="311591"/>
                  <a:pt x="153600" y="316906"/>
                </a:cubicBezTo>
                <a:moveTo>
                  <a:pt x="261785" y="307286"/>
                </a:moveTo>
                <a:cubicBezTo>
                  <a:pt x="256460" y="307286"/>
                  <a:pt x="252155" y="311591"/>
                  <a:pt x="252155" y="316906"/>
                </a:cubicBezTo>
                <a:cubicBezTo>
                  <a:pt x="252155" y="322221"/>
                  <a:pt x="256460" y="326536"/>
                  <a:pt x="261785" y="326536"/>
                </a:cubicBezTo>
                <a:lnTo>
                  <a:pt x="292579" y="326536"/>
                </a:lnTo>
                <a:cubicBezTo>
                  <a:pt x="297894" y="326536"/>
                  <a:pt x="302199" y="322221"/>
                  <a:pt x="302199" y="316906"/>
                </a:cubicBezTo>
                <a:cubicBezTo>
                  <a:pt x="302199" y="311591"/>
                  <a:pt x="297894" y="307286"/>
                  <a:pt x="292579" y="307286"/>
                </a:cubicBezTo>
                <a:lnTo>
                  <a:pt x="261785" y="307286"/>
                </a:lnTo>
                <a:moveTo>
                  <a:pt x="269376" y="123558"/>
                </a:moveTo>
                <a:cubicBezTo>
                  <a:pt x="273367" y="119500"/>
                  <a:pt x="278796" y="117186"/>
                  <a:pt x="284492" y="117128"/>
                </a:cubicBezTo>
                <a:cubicBezTo>
                  <a:pt x="290188" y="117186"/>
                  <a:pt x="295617" y="119500"/>
                  <a:pt x="299618" y="123558"/>
                </a:cubicBezTo>
                <a:cubicBezTo>
                  <a:pt x="303676" y="127558"/>
                  <a:pt x="305990" y="132988"/>
                  <a:pt x="306047" y="138683"/>
                </a:cubicBezTo>
                <a:cubicBezTo>
                  <a:pt x="305990" y="144379"/>
                  <a:pt x="303676" y="149809"/>
                  <a:pt x="299618" y="153800"/>
                </a:cubicBezTo>
                <a:cubicBezTo>
                  <a:pt x="295617" y="157857"/>
                  <a:pt x="290188" y="160172"/>
                  <a:pt x="284492" y="160239"/>
                </a:cubicBezTo>
                <a:cubicBezTo>
                  <a:pt x="278796" y="160172"/>
                  <a:pt x="273367" y="157857"/>
                  <a:pt x="269376" y="153800"/>
                </a:cubicBezTo>
                <a:cubicBezTo>
                  <a:pt x="265309" y="149809"/>
                  <a:pt x="263004" y="144379"/>
                  <a:pt x="262937" y="138683"/>
                </a:cubicBezTo>
                <a:cubicBezTo>
                  <a:pt x="263004" y="132988"/>
                  <a:pt x="265309" y="127558"/>
                  <a:pt x="269376" y="12355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750" y="3035893"/>
            <a:ext cx="369569" cy="382200"/>
          </a:xfrm>
          <a:custGeom>
            <a:avLst/>
            <a:gdLst/>
            <a:ahLst/>
            <a:cxnLst/>
            <a:rect l="0" t="0" r="0" b="0"/>
            <a:pathLst>
              <a:path w="369569" h="382200">
                <a:moveTo>
                  <a:pt x="361873" y="186937"/>
                </a:moveTo>
                <a:cubicBezTo>
                  <a:pt x="357101" y="184184"/>
                  <a:pt x="351234" y="184184"/>
                  <a:pt x="346471" y="186937"/>
                </a:cubicBezTo>
                <a:lnTo>
                  <a:pt x="283187" y="223285"/>
                </a:lnTo>
                <a:cubicBezTo>
                  <a:pt x="281987" y="223932"/>
                  <a:pt x="280539" y="223904"/>
                  <a:pt x="279368" y="223208"/>
                </a:cubicBezTo>
                <a:cubicBezTo>
                  <a:pt x="278196" y="222513"/>
                  <a:pt x="277482" y="221256"/>
                  <a:pt x="277482" y="219894"/>
                </a:cubicBezTo>
                <a:lnTo>
                  <a:pt x="277482" y="200491"/>
                </a:lnTo>
                <a:cubicBezTo>
                  <a:pt x="277472" y="195024"/>
                  <a:pt x="274567" y="189976"/>
                  <a:pt x="269852" y="187223"/>
                </a:cubicBezTo>
                <a:cubicBezTo>
                  <a:pt x="265128" y="184461"/>
                  <a:pt x="259308" y="184413"/>
                  <a:pt x="254546" y="187090"/>
                </a:cubicBezTo>
                <a:lnTo>
                  <a:pt x="190480" y="223123"/>
                </a:lnTo>
                <a:cubicBezTo>
                  <a:pt x="189290" y="223818"/>
                  <a:pt x="187823" y="223818"/>
                  <a:pt x="186632" y="223123"/>
                </a:cubicBezTo>
                <a:cubicBezTo>
                  <a:pt x="185480" y="222456"/>
                  <a:pt x="184775" y="221227"/>
                  <a:pt x="184784" y="219894"/>
                </a:cubicBezTo>
                <a:lnTo>
                  <a:pt x="184784" y="201110"/>
                </a:lnTo>
                <a:cubicBezTo>
                  <a:pt x="184775" y="195481"/>
                  <a:pt x="181698" y="190309"/>
                  <a:pt x="176755" y="187613"/>
                </a:cubicBezTo>
                <a:cubicBezTo>
                  <a:pt x="171821" y="184918"/>
                  <a:pt x="165801" y="185137"/>
                  <a:pt x="161067" y="188175"/>
                </a:cubicBezTo>
                <a:lnTo>
                  <a:pt x="106251" y="223742"/>
                </a:lnTo>
                <a:cubicBezTo>
                  <a:pt x="105184" y="224428"/>
                  <a:pt x="103851" y="224542"/>
                  <a:pt x="102679" y="224047"/>
                </a:cubicBezTo>
                <a:cubicBezTo>
                  <a:pt x="101507" y="223561"/>
                  <a:pt x="100650" y="222523"/>
                  <a:pt x="100403" y="221275"/>
                </a:cubicBezTo>
                <a:lnTo>
                  <a:pt x="75609" y="101936"/>
                </a:lnTo>
                <a:cubicBezTo>
                  <a:pt x="74123" y="94649"/>
                  <a:pt x="67646" y="89468"/>
                  <a:pt x="60207" y="89620"/>
                </a:cubicBezTo>
                <a:lnTo>
                  <a:pt x="36499" y="89620"/>
                </a:lnTo>
                <a:cubicBezTo>
                  <a:pt x="28765" y="89544"/>
                  <a:pt x="22174" y="95211"/>
                  <a:pt x="21097" y="102860"/>
                </a:cubicBezTo>
                <a:lnTo>
                  <a:pt x="0" y="252850"/>
                </a:lnTo>
                <a:lnTo>
                  <a:pt x="0" y="366798"/>
                </a:lnTo>
                <a:cubicBezTo>
                  <a:pt x="0" y="375304"/>
                  <a:pt x="6896" y="382200"/>
                  <a:pt x="15401" y="382200"/>
                </a:cubicBezTo>
                <a:lnTo>
                  <a:pt x="354168" y="382200"/>
                </a:lnTo>
                <a:cubicBezTo>
                  <a:pt x="362673" y="382200"/>
                  <a:pt x="369569" y="375304"/>
                  <a:pt x="369569" y="366798"/>
                </a:cubicBezTo>
                <a:lnTo>
                  <a:pt x="369569" y="200186"/>
                </a:lnTo>
                <a:cubicBezTo>
                  <a:pt x="369541" y="194710"/>
                  <a:pt x="366607" y="189671"/>
                  <a:pt x="361873" y="186937"/>
                </a:cubicBezTo>
                <a:moveTo>
                  <a:pt x="150142" y="343700"/>
                </a:moveTo>
                <a:lnTo>
                  <a:pt x="111642" y="343700"/>
                </a:lnTo>
                <a:cubicBezTo>
                  <a:pt x="105260" y="343700"/>
                  <a:pt x="100088" y="338528"/>
                  <a:pt x="100088" y="332146"/>
                </a:cubicBezTo>
                <a:cubicBezTo>
                  <a:pt x="100088" y="325774"/>
                  <a:pt x="105260" y="320601"/>
                  <a:pt x="111642" y="320601"/>
                </a:cubicBezTo>
                <a:lnTo>
                  <a:pt x="150142" y="320601"/>
                </a:lnTo>
                <a:cubicBezTo>
                  <a:pt x="156514" y="320601"/>
                  <a:pt x="161686" y="325774"/>
                  <a:pt x="161686" y="332146"/>
                </a:cubicBezTo>
                <a:cubicBezTo>
                  <a:pt x="161686" y="338528"/>
                  <a:pt x="156514" y="343700"/>
                  <a:pt x="150142" y="343700"/>
                </a:cubicBezTo>
                <a:moveTo>
                  <a:pt x="150142" y="289807"/>
                </a:moveTo>
                <a:lnTo>
                  <a:pt x="111642" y="289807"/>
                </a:lnTo>
                <a:cubicBezTo>
                  <a:pt x="105260" y="289807"/>
                  <a:pt x="100088" y="284635"/>
                  <a:pt x="100088" y="278253"/>
                </a:cubicBezTo>
                <a:cubicBezTo>
                  <a:pt x="100088" y="271872"/>
                  <a:pt x="105260" y="266709"/>
                  <a:pt x="111642" y="266709"/>
                </a:cubicBezTo>
                <a:lnTo>
                  <a:pt x="150142" y="266709"/>
                </a:lnTo>
                <a:cubicBezTo>
                  <a:pt x="156514" y="266709"/>
                  <a:pt x="161686" y="271872"/>
                  <a:pt x="161686" y="278253"/>
                </a:cubicBezTo>
                <a:cubicBezTo>
                  <a:pt x="161686" y="284635"/>
                  <a:pt x="156514" y="289807"/>
                  <a:pt x="150142" y="289807"/>
                </a:cubicBezTo>
                <a:moveTo>
                  <a:pt x="234829" y="343700"/>
                </a:moveTo>
                <a:lnTo>
                  <a:pt x="196338" y="343700"/>
                </a:lnTo>
                <a:cubicBezTo>
                  <a:pt x="189957" y="343700"/>
                  <a:pt x="184784" y="338528"/>
                  <a:pt x="184784" y="332146"/>
                </a:cubicBezTo>
                <a:cubicBezTo>
                  <a:pt x="184784" y="325774"/>
                  <a:pt x="189957" y="320601"/>
                  <a:pt x="196338" y="320601"/>
                </a:cubicBezTo>
                <a:lnTo>
                  <a:pt x="234829" y="320601"/>
                </a:lnTo>
                <a:cubicBezTo>
                  <a:pt x="241211" y="320601"/>
                  <a:pt x="246383" y="325774"/>
                  <a:pt x="246383" y="332146"/>
                </a:cubicBezTo>
                <a:cubicBezTo>
                  <a:pt x="246383" y="338528"/>
                  <a:pt x="241211" y="343700"/>
                  <a:pt x="234829" y="343700"/>
                </a:cubicBezTo>
                <a:moveTo>
                  <a:pt x="234829" y="289807"/>
                </a:moveTo>
                <a:lnTo>
                  <a:pt x="196338" y="289807"/>
                </a:lnTo>
                <a:cubicBezTo>
                  <a:pt x="189957" y="289807"/>
                  <a:pt x="184784" y="284635"/>
                  <a:pt x="184784" y="278253"/>
                </a:cubicBezTo>
                <a:cubicBezTo>
                  <a:pt x="184784" y="271872"/>
                  <a:pt x="189957" y="266709"/>
                  <a:pt x="196338" y="266709"/>
                </a:cubicBezTo>
                <a:lnTo>
                  <a:pt x="234829" y="266709"/>
                </a:lnTo>
                <a:cubicBezTo>
                  <a:pt x="241211" y="266709"/>
                  <a:pt x="246383" y="271872"/>
                  <a:pt x="246383" y="278253"/>
                </a:cubicBezTo>
                <a:cubicBezTo>
                  <a:pt x="246383" y="284635"/>
                  <a:pt x="241211" y="289807"/>
                  <a:pt x="234829" y="289807"/>
                </a:cubicBezTo>
                <a:moveTo>
                  <a:pt x="319525" y="343700"/>
                </a:moveTo>
                <a:lnTo>
                  <a:pt x="281025" y="343700"/>
                </a:lnTo>
                <a:cubicBezTo>
                  <a:pt x="274653" y="343700"/>
                  <a:pt x="269481" y="338528"/>
                  <a:pt x="269481" y="332146"/>
                </a:cubicBezTo>
                <a:cubicBezTo>
                  <a:pt x="269481" y="325774"/>
                  <a:pt x="274653" y="320601"/>
                  <a:pt x="281025" y="320601"/>
                </a:cubicBezTo>
                <a:lnTo>
                  <a:pt x="319525" y="320601"/>
                </a:lnTo>
                <a:cubicBezTo>
                  <a:pt x="325897" y="320601"/>
                  <a:pt x="331069" y="325774"/>
                  <a:pt x="331069" y="332146"/>
                </a:cubicBezTo>
                <a:cubicBezTo>
                  <a:pt x="331069" y="338528"/>
                  <a:pt x="325897" y="343700"/>
                  <a:pt x="319525" y="343700"/>
                </a:cubicBezTo>
                <a:moveTo>
                  <a:pt x="319525" y="289807"/>
                </a:moveTo>
                <a:lnTo>
                  <a:pt x="281025" y="289807"/>
                </a:lnTo>
                <a:cubicBezTo>
                  <a:pt x="274653" y="289807"/>
                  <a:pt x="269481" y="284635"/>
                  <a:pt x="269481" y="278253"/>
                </a:cubicBezTo>
                <a:cubicBezTo>
                  <a:pt x="269481" y="271872"/>
                  <a:pt x="274653" y="266709"/>
                  <a:pt x="281025" y="266709"/>
                </a:cubicBezTo>
                <a:lnTo>
                  <a:pt x="319525" y="266709"/>
                </a:lnTo>
                <a:cubicBezTo>
                  <a:pt x="325897" y="266709"/>
                  <a:pt x="331069" y="271872"/>
                  <a:pt x="331069" y="278253"/>
                </a:cubicBezTo>
                <a:cubicBezTo>
                  <a:pt x="331069" y="284635"/>
                  <a:pt x="325897" y="289807"/>
                  <a:pt x="319525" y="289807"/>
                </a:cubicBezTo>
                <a:moveTo>
                  <a:pt x="42652" y="65293"/>
                </a:moveTo>
                <a:cubicBezTo>
                  <a:pt x="79000" y="42652"/>
                  <a:pt x="118109" y="86382"/>
                  <a:pt x="167535" y="86382"/>
                </a:cubicBezTo>
                <a:cubicBezTo>
                  <a:pt x="193567" y="86382"/>
                  <a:pt x="222208" y="74066"/>
                  <a:pt x="252536" y="32642"/>
                </a:cubicBezTo>
                <a:cubicBezTo>
                  <a:pt x="254736" y="29479"/>
                  <a:pt x="254260" y="25184"/>
                  <a:pt x="251421" y="22574"/>
                </a:cubicBezTo>
                <a:cubicBezTo>
                  <a:pt x="248583" y="19973"/>
                  <a:pt x="244259" y="19869"/>
                  <a:pt x="241296" y="22326"/>
                </a:cubicBezTo>
                <a:cubicBezTo>
                  <a:pt x="212655" y="47739"/>
                  <a:pt x="184937" y="37728"/>
                  <a:pt x="152914" y="27251"/>
                </a:cubicBezTo>
                <a:cubicBezTo>
                  <a:pt x="115490" y="14011"/>
                  <a:pt x="72990" y="0"/>
                  <a:pt x="32337" y="54206"/>
                </a:cubicBezTo>
                <a:cubicBezTo>
                  <a:pt x="30022" y="57073"/>
                  <a:pt x="30022" y="61179"/>
                  <a:pt x="32337" y="64055"/>
                </a:cubicBezTo>
                <a:cubicBezTo>
                  <a:pt x="34937" y="67075"/>
                  <a:pt x="39414" y="67608"/>
                  <a:pt x="42652" y="6529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92039" y="3788921"/>
            <a:ext cx="369550" cy="371017"/>
          </a:xfrm>
          <a:custGeom>
            <a:avLst/>
            <a:gdLst/>
            <a:ahLst/>
            <a:cxnLst/>
            <a:rect l="0" t="0" r="0" b="0"/>
            <a:pathLst>
              <a:path w="369550" h="371017">
                <a:moveTo>
                  <a:pt x="192481" y="188756"/>
                </a:moveTo>
                <a:lnTo>
                  <a:pt x="84696" y="188756"/>
                </a:lnTo>
                <a:cubicBezTo>
                  <a:pt x="78314" y="188756"/>
                  <a:pt x="73142" y="193928"/>
                  <a:pt x="73142" y="200310"/>
                </a:cubicBezTo>
                <a:cubicBezTo>
                  <a:pt x="73142" y="206682"/>
                  <a:pt x="78314" y="211855"/>
                  <a:pt x="84696" y="211855"/>
                </a:cubicBezTo>
                <a:lnTo>
                  <a:pt x="192481" y="211855"/>
                </a:lnTo>
                <a:cubicBezTo>
                  <a:pt x="198862" y="211855"/>
                  <a:pt x="204035" y="206682"/>
                  <a:pt x="204035" y="200310"/>
                </a:cubicBezTo>
                <a:cubicBezTo>
                  <a:pt x="204035" y="193928"/>
                  <a:pt x="198862" y="188756"/>
                  <a:pt x="192481" y="188756"/>
                </a:cubicBezTo>
                <a:moveTo>
                  <a:pt x="192481" y="134864"/>
                </a:moveTo>
                <a:lnTo>
                  <a:pt x="84696" y="134864"/>
                </a:lnTo>
                <a:cubicBezTo>
                  <a:pt x="78314" y="134864"/>
                  <a:pt x="73142" y="140036"/>
                  <a:pt x="73142" y="146408"/>
                </a:cubicBezTo>
                <a:cubicBezTo>
                  <a:pt x="73142" y="152790"/>
                  <a:pt x="78314" y="157962"/>
                  <a:pt x="84696" y="157962"/>
                </a:cubicBezTo>
                <a:lnTo>
                  <a:pt x="192481" y="157962"/>
                </a:lnTo>
                <a:cubicBezTo>
                  <a:pt x="198862" y="157962"/>
                  <a:pt x="204035" y="152790"/>
                  <a:pt x="204035" y="146408"/>
                </a:cubicBezTo>
                <a:cubicBezTo>
                  <a:pt x="204035" y="140036"/>
                  <a:pt x="198862" y="134864"/>
                  <a:pt x="192481" y="134864"/>
                </a:cubicBezTo>
                <a:moveTo>
                  <a:pt x="84696" y="80972"/>
                </a:moveTo>
                <a:cubicBezTo>
                  <a:pt x="78314" y="80972"/>
                  <a:pt x="73142" y="86134"/>
                  <a:pt x="73142" y="92516"/>
                </a:cubicBezTo>
                <a:cubicBezTo>
                  <a:pt x="73142" y="98898"/>
                  <a:pt x="78314" y="104070"/>
                  <a:pt x="84696" y="104070"/>
                </a:cubicBezTo>
                <a:lnTo>
                  <a:pt x="169383" y="104070"/>
                </a:lnTo>
                <a:cubicBezTo>
                  <a:pt x="175764" y="104070"/>
                  <a:pt x="180936" y="98898"/>
                  <a:pt x="180936" y="92516"/>
                </a:cubicBezTo>
                <a:cubicBezTo>
                  <a:pt x="180936" y="86134"/>
                  <a:pt x="175764" y="80972"/>
                  <a:pt x="169383" y="80972"/>
                </a:cubicBezTo>
                <a:lnTo>
                  <a:pt x="84696" y="80972"/>
                </a:lnTo>
                <a:moveTo>
                  <a:pt x="368188" y="352605"/>
                </a:moveTo>
                <a:lnTo>
                  <a:pt x="335384" y="291007"/>
                </a:lnTo>
                <a:cubicBezTo>
                  <a:pt x="335203" y="290407"/>
                  <a:pt x="335203" y="289760"/>
                  <a:pt x="335384" y="289159"/>
                </a:cubicBezTo>
                <a:lnTo>
                  <a:pt x="335384" y="231105"/>
                </a:lnTo>
                <a:cubicBezTo>
                  <a:pt x="335384" y="203082"/>
                  <a:pt x="315058" y="187832"/>
                  <a:pt x="291341" y="169506"/>
                </a:cubicBezTo>
                <a:lnTo>
                  <a:pt x="279177" y="160115"/>
                </a:lnTo>
                <a:cubicBezTo>
                  <a:pt x="278225" y="159372"/>
                  <a:pt x="277663" y="158238"/>
                  <a:pt x="277634" y="157038"/>
                </a:cubicBezTo>
                <a:lnTo>
                  <a:pt x="277634" y="23221"/>
                </a:lnTo>
                <a:cubicBezTo>
                  <a:pt x="277644" y="17011"/>
                  <a:pt x="275139" y="11068"/>
                  <a:pt x="270710" y="6724"/>
                </a:cubicBezTo>
                <a:cubicBezTo>
                  <a:pt x="266280" y="2381"/>
                  <a:pt x="260289" y="0"/>
                  <a:pt x="254079" y="123"/>
                </a:cubicBezTo>
                <a:lnTo>
                  <a:pt x="23098" y="123"/>
                </a:lnTo>
                <a:cubicBezTo>
                  <a:pt x="10344" y="123"/>
                  <a:pt x="0" y="10467"/>
                  <a:pt x="0" y="23221"/>
                </a:cubicBezTo>
                <a:lnTo>
                  <a:pt x="0" y="308095"/>
                </a:lnTo>
                <a:cubicBezTo>
                  <a:pt x="0" y="320859"/>
                  <a:pt x="10344" y="331193"/>
                  <a:pt x="23098" y="331193"/>
                </a:cubicBezTo>
                <a:lnTo>
                  <a:pt x="232981" y="331193"/>
                </a:lnTo>
                <a:cubicBezTo>
                  <a:pt x="234343" y="331222"/>
                  <a:pt x="235610" y="331908"/>
                  <a:pt x="236372" y="333041"/>
                </a:cubicBezTo>
                <a:cubicBezTo>
                  <a:pt x="243544" y="344681"/>
                  <a:pt x="251736" y="355653"/>
                  <a:pt x="260851" y="365845"/>
                </a:cubicBezTo>
                <a:cubicBezTo>
                  <a:pt x="265109" y="370608"/>
                  <a:pt x="272415" y="371017"/>
                  <a:pt x="277177" y="366769"/>
                </a:cubicBezTo>
                <a:cubicBezTo>
                  <a:pt x="281940" y="362511"/>
                  <a:pt x="282349" y="355206"/>
                  <a:pt x="278101" y="350443"/>
                </a:cubicBezTo>
                <a:cubicBezTo>
                  <a:pt x="266109" y="338308"/>
                  <a:pt x="256632" y="323916"/>
                  <a:pt x="250231" y="308095"/>
                </a:cubicBezTo>
                <a:lnTo>
                  <a:pt x="250231" y="292703"/>
                </a:lnTo>
                <a:cubicBezTo>
                  <a:pt x="250269" y="289979"/>
                  <a:pt x="249278" y="287331"/>
                  <a:pt x="247459" y="285311"/>
                </a:cubicBezTo>
                <a:lnTo>
                  <a:pt x="220513" y="253279"/>
                </a:lnTo>
                <a:cubicBezTo>
                  <a:pt x="216255" y="248726"/>
                  <a:pt x="216503" y="241592"/>
                  <a:pt x="221046" y="237343"/>
                </a:cubicBezTo>
                <a:cubicBezTo>
                  <a:pt x="225599" y="233095"/>
                  <a:pt x="232733" y="233333"/>
                  <a:pt x="236991" y="237877"/>
                </a:cubicBezTo>
                <a:lnTo>
                  <a:pt x="277177" y="277301"/>
                </a:lnTo>
                <a:cubicBezTo>
                  <a:pt x="281597" y="279406"/>
                  <a:pt x="286864" y="278510"/>
                  <a:pt x="290322" y="275043"/>
                </a:cubicBezTo>
                <a:cubicBezTo>
                  <a:pt x="293779" y="271586"/>
                  <a:pt x="294684" y="266318"/>
                  <a:pt x="292579" y="261899"/>
                </a:cubicBezTo>
                <a:lnTo>
                  <a:pt x="277177" y="246506"/>
                </a:lnTo>
                <a:cubicBezTo>
                  <a:pt x="276510" y="245792"/>
                  <a:pt x="276129" y="244859"/>
                  <a:pt x="276101" y="243887"/>
                </a:cubicBezTo>
                <a:lnTo>
                  <a:pt x="276101" y="196148"/>
                </a:lnTo>
                <a:cubicBezTo>
                  <a:pt x="276091" y="194690"/>
                  <a:pt x="276929" y="193367"/>
                  <a:pt x="278253" y="192766"/>
                </a:cubicBezTo>
                <a:cubicBezTo>
                  <a:pt x="279501" y="192081"/>
                  <a:pt x="281016" y="192081"/>
                  <a:pt x="282263" y="192766"/>
                </a:cubicBezTo>
                <a:cubicBezTo>
                  <a:pt x="301504" y="208159"/>
                  <a:pt x="310743" y="216322"/>
                  <a:pt x="310743" y="230647"/>
                </a:cubicBezTo>
                <a:lnTo>
                  <a:pt x="310743" y="293312"/>
                </a:lnTo>
                <a:cubicBezTo>
                  <a:pt x="310753" y="295198"/>
                  <a:pt x="311229" y="297056"/>
                  <a:pt x="312134" y="298703"/>
                </a:cubicBezTo>
                <a:lnTo>
                  <a:pt x="346776" y="363226"/>
                </a:lnTo>
                <a:cubicBezTo>
                  <a:pt x="349824" y="368665"/>
                  <a:pt x="356596" y="370760"/>
                  <a:pt x="362178" y="367998"/>
                </a:cubicBezTo>
                <a:cubicBezTo>
                  <a:pt x="365045" y="366788"/>
                  <a:pt x="367293" y="364464"/>
                  <a:pt x="368426" y="361568"/>
                </a:cubicBezTo>
                <a:cubicBezTo>
                  <a:pt x="369550" y="358663"/>
                  <a:pt x="369465" y="355434"/>
                  <a:pt x="368188" y="352605"/>
                </a:cubicBezTo>
                <a:moveTo>
                  <a:pt x="208035" y="218941"/>
                </a:moveTo>
                <a:cubicBezTo>
                  <a:pt x="194605" y="229828"/>
                  <a:pt x="191252" y="248945"/>
                  <a:pt x="200186" y="263747"/>
                </a:cubicBezTo>
                <a:cubicBezTo>
                  <a:pt x="200872" y="264937"/>
                  <a:pt x="200872" y="266404"/>
                  <a:pt x="200186" y="267604"/>
                </a:cubicBezTo>
                <a:cubicBezTo>
                  <a:pt x="199482" y="268814"/>
                  <a:pt x="198196" y="269576"/>
                  <a:pt x="196796" y="269605"/>
                </a:cubicBezTo>
                <a:lnTo>
                  <a:pt x="46196" y="269605"/>
                </a:lnTo>
                <a:cubicBezTo>
                  <a:pt x="37690" y="269605"/>
                  <a:pt x="30794" y="262709"/>
                  <a:pt x="30794" y="254203"/>
                </a:cubicBezTo>
                <a:lnTo>
                  <a:pt x="30794" y="46320"/>
                </a:lnTo>
                <a:cubicBezTo>
                  <a:pt x="30794" y="37814"/>
                  <a:pt x="37690" y="30918"/>
                  <a:pt x="46196" y="30918"/>
                </a:cubicBezTo>
                <a:lnTo>
                  <a:pt x="230981" y="30918"/>
                </a:lnTo>
                <a:cubicBezTo>
                  <a:pt x="239487" y="30918"/>
                  <a:pt x="246383" y="37814"/>
                  <a:pt x="246383" y="46320"/>
                </a:cubicBezTo>
                <a:lnTo>
                  <a:pt x="246383" y="210321"/>
                </a:lnTo>
                <a:cubicBezTo>
                  <a:pt x="246364" y="211607"/>
                  <a:pt x="245735" y="212807"/>
                  <a:pt x="244687" y="213550"/>
                </a:cubicBezTo>
                <a:cubicBezTo>
                  <a:pt x="243554" y="214017"/>
                  <a:pt x="242277" y="214017"/>
                  <a:pt x="241144" y="213550"/>
                </a:cubicBezTo>
                <a:cubicBezTo>
                  <a:pt x="229923" y="209407"/>
                  <a:pt x="217360" y="211454"/>
                  <a:pt x="208035" y="21894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0525" y="371475"/>
            <a:ext cx="3421129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Roboto"/>
              </a:rPr>
              <a:t>Abstract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4091" y="1664018"/>
            <a:ext cx="1082635" cy="13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Roboto"/>
              </a:rPr>
              <a:t>Home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2500331"/>
            <a:ext cx="14038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Roboto"/>
              </a:rPr>
              <a:t>Creational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1537" y="2403157"/>
            <a:ext cx="1086479" cy="13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Roboto"/>
              </a:rPr>
              <a:t>Device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6208" y="3142297"/>
            <a:ext cx="983098" cy="13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Roboto"/>
              </a:rPr>
              <a:t>Factory Creation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25055" y="2843229"/>
            <a:ext cx="3341608" cy="1269776"/>
            <a:chOff x="425055" y="2843229"/>
            <a:chExt cx="3341608" cy="1269776"/>
          </a:xfrm>
        </p:grpSpPr>
        <p:sp>
          <p:nvSpPr>
            <p:cNvPr id="12" name="TextBox 11"/>
            <p:cNvSpPr txBox="1"/>
            <p:nvPr/>
          </p:nvSpPr>
          <p:spPr>
            <a:xfrm>
              <a:off x="425055" y="2843229"/>
              <a:ext cx="3842849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Structure: HomeFactory ├──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5055" y="3097165"/>
              <a:ext cx="3842849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NormalHomeFactory └──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5055" y="3351102"/>
              <a:ext cx="3842849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SecurityHomeFactory. Implementation: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5055" y="3605038"/>
              <a:ext cx="3842849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NormalHomeFactory → Device;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25055" y="3858975"/>
              <a:ext cx="3842849" cy="25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SecurityHomeFactory → Device.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914441" y="3881436"/>
            <a:ext cx="866155" cy="13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Roboto"/>
              </a:rPr>
              <a:t>User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829496" y="2056874"/>
            <a:ext cx="380564" cy="1649047"/>
            <a:chOff x="5829496" y="2056874"/>
            <a:chExt cx="380564" cy="1649047"/>
          </a:xfrm>
        </p:grpSpPr>
        <p:sp>
          <p:nvSpPr>
            <p:cNvPr id="2" name="Rounded Rectangle 1"/>
            <p:cNvSpPr/>
            <p:nvPr/>
          </p:nvSpPr>
          <p:spPr>
            <a:xfrm>
              <a:off x="6051492" y="2056874"/>
              <a:ext cx="158568" cy="1649047"/>
            </a:xfrm>
            <a:custGeom>
              <a:avLst/>
              <a:gdLst/>
              <a:ahLst/>
              <a:cxnLst/>
              <a:rect l="0" t="0" r="0" b="0"/>
              <a:pathLst>
                <a:path w="158568" h="1649047">
                  <a:moveTo>
                    <a:pt x="0" y="1649047"/>
                  </a:moveTo>
                  <a:cubicBezTo>
                    <a:pt x="59071" y="1649047"/>
                    <a:pt x="158568" y="1279896"/>
                    <a:pt x="158568" y="824523"/>
                  </a:cubicBezTo>
                  <a:cubicBezTo>
                    <a:pt x="158568" y="369151"/>
                    <a:pt x="59071" y="0"/>
                    <a:pt x="0" y="0"/>
                  </a:cubicBezTo>
                  <a:cubicBezTo>
                    <a:pt x="59152" y="43"/>
                    <a:pt x="107102" y="370273"/>
                    <a:pt x="107102" y="824523"/>
                  </a:cubicBezTo>
                  <a:cubicBezTo>
                    <a:pt x="107102" y="1278774"/>
                    <a:pt x="59152" y="1649004"/>
                    <a:pt x="0" y="1649047"/>
                  </a:cubicBezTo>
                  <a:close/>
                </a:path>
              </a:pathLst>
            </a:custGeom>
            <a:noFill/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994407" y="2056874"/>
              <a:ext cx="164911" cy="1649047"/>
            </a:xfrm>
            <a:custGeom>
              <a:avLst/>
              <a:gdLst/>
              <a:ahLst/>
              <a:cxnLst/>
              <a:rect l="0" t="0" r="0" b="0"/>
              <a:pathLst>
                <a:path w="164911" h="1649047">
                  <a:moveTo>
                    <a:pt x="57342" y="1649047"/>
                  </a:moveTo>
                  <a:cubicBezTo>
                    <a:pt x="116751" y="1649004"/>
                    <a:pt x="164911" y="1278774"/>
                    <a:pt x="164911" y="824523"/>
                  </a:cubicBezTo>
                  <a:cubicBezTo>
                    <a:pt x="164911" y="370273"/>
                    <a:pt x="116751" y="43"/>
                    <a:pt x="57342" y="0"/>
                  </a:cubicBezTo>
                  <a:lnTo>
                    <a:pt x="2684" y="0"/>
                  </a:lnTo>
                  <a:cubicBezTo>
                    <a:pt x="58509" y="29578"/>
                    <a:pt x="102600" y="388522"/>
                    <a:pt x="102600" y="824523"/>
                  </a:cubicBezTo>
                  <a:cubicBezTo>
                    <a:pt x="102600" y="1260526"/>
                    <a:pt x="55825" y="1619468"/>
                    <a:pt x="0" y="1649047"/>
                  </a:cubicBezTo>
                  <a:lnTo>
                    <a:pt x="57342" y="1649047"/>
                  </a:lnTo>
                  <a:close/>
                </a:path>
              </a:pathLst>
            </a:custGeom>
            <a:noFill/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829496" y="2056874"/>
              <a:ext cx="266394" cy="1649047"/>
            </a:xfrm>
            <a:custGeom>
              <a:avLst/>
              <a:gdLst/>
              <a:ahLst/>
              <a:cxnLst/>
              <a:rect l="0" t="0" r="0" b="0"/>
              <a:pathLst>
                <a:path w="266394" h="1649047">
                  <a:moveTo>
                    <a:pt x="266394" y="824523"/>
                  </a:moveTo>
                  <a:cubicBezTo>
                    <a:pt x="266394" y="1260526"/>
                    <a:pt x="219551" y="1619468"/>
                    <a:pt x="163642" y="1649047"/>
                  </a:cubicBezTo>
                  <a:lnTo>
                    <a:pt x="158812" y="1649047"/>
                  </a:lnTo>
                  <a:cubicBezTo>
                    <a:pt x="99396" y="1649047"/>
                    <a:pt x="0" y="1279896"/>
                    <a:pt x="0" y="824523"/>
                  </a:cubicBezTo>
                  <a:cubicBezTo>
                    <a:pt x="0" y="369151"/>
                    <a:pt x="99396" y="0"/>
                    <a:pt x="158812" y="0"/>
                  </a:cubicBezTo>
                  <a:cubicBezTo>
                    <a:pt x="161339" y="0"/>
                    <a:pt x="166330" y="0"/>
                    <a:pt x="166330" y="0"/>
                  </a:cubicBezTo>
                  <a:cubicBezTo>
                    <a:pt x="222239" y="29578"/>
                    <a:pt x="266394" y="388522"/>
                    <a:pt x="266394" y="824523"/>
                  </a:cubicBezTo>
                  <a:close/>
                </a:path>
              </a:pathLst>
            </a:custGeom>
            <a:noFill/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207908" y="2399383"/>
            <a:ext cx="1524952" cy="295275"/>
            <a:chOff x="5207908" y="2399383"/>
            <a:chExt cx="1524952" cy="295275"/>
          </a:xfrm>
        </p:grpSpPr>
        <p:sp>
          <p:nvSpPr>
            <p:cNvPr id="6" name="Rounded Rectangle 5"/>
            <p:cNvSpPr/>
            <p:nvPr/>
          </p:nvSpPr>
          <p:spPr>
            <a:xfrm>
              <a:off x="5207908" y="2399383"/>
              <a:ext cx="1514379" cy="283940"/>
            </a:xfrm>
            <a:custGeom>
              <a:avLst/>
              <a:gdLst/>
              <a:ahLst/>
              <a:cxnLst/>
              <a:rect l="0" t="0" r="0" b="0"/>
              <a:pathLst>
                <a:path w="1514379" h="283940">
                  <a:moveTo>
                    <a:pt x="0" y="0"/>
                  </a:moveTo>
                  <a:lnTo>
                    <a:pt x="761142" y="0"/>
                  </a:lnTo>
                  <a:lnTo>
                    <a:pt x="1514379" y="283940"/>
                  </a:lnTo>
                </a:path>
              </a:pathLst>
            </a:custGeom>
            <a:noFill/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89045" y="2652748"/>
              <a:ext cx="43815" cy="41910"/>
            </a:xfrm>
            <a:custGeom>
              <a:avLst/>
              <a:gdLst/>
              <a:ahLst/>
              <a:cxnLst/>
              <a:rect l="0" t="0" r="0" b="0"/>
              <a:pathLst>
                <a:path w="43815" h="41910">
                  <a:moveTo>
                    <a:pt x="43815" y="34290"/>
                  </a:moveTo>
                  <a:lnTo>
                    <a:pt x="0" y="4191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207908" y="2833817"/>
            <a:ext cx="1523999" cy="199834"/>
            <a:chOff x="5207908" y="2833817"/>
            <a:chExt cx="1523999" cy="199834"/>
          </a:xfrm>
        </p:grpSpPr>
        <p:sp>
          <p:nvSpPr>
            <p:cNvPr id="9" name="Rounded Rectangle 8"/>
            <p:cNvSpPr/>
            <p:nvPr/>
          </p:nvSpPr>
          <p:spPr>
            <a:xfrm>
              <a:off x="5207908" y="2848581"/>
              <a:ext cx="1513617" cy="185070"/>
            </a:xfrm>
            <a:custGeom>
              <a:avLst/>
              <a:gdLst/>
              <a:ahLst/>
              <a:cxnLst/>
              <a:rect l="0" t="0" r="0" b="0"/>
              <a:pathLst>
                <a:path w="1513617" h="185070">
                  <a:moveTo>
                    <a:pt x="0" y="185070"/>
                  </a:moveTo>
                  <a:lnTo>
                    <a:pt x="761142" y="185070"/>
                  </a:lnTo>
                  <a:lnTo>
                    <a:pt x="1513617" y="0"/>
                  </a:lnTo>
                </a:path>
              </a:pathLst>
            </a:custGeom>
            <a:noFill/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89998" y="2833817"/>
              <a:ext cx="41909" cy="42862"/>
            </a:xfrm>
            <a:custGeom>
              <a:avLst/>
              <a:gdLst/>
              <a:ahLst/>
              <a:cxnLst/>
              <a:rect l="0" t="0" r="0" b="0"/>
              <a:pathLst>
                <a:path w="41909" h="42862">
                  <a:moveTo>
                    <a:pt x="41909" y="12382"/>
                  </a:moveTo>
                  <a:lnTo>
                    <a:pt x="10477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757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4824858" y="2254004"/>
            <a:ext cx="308695" cy="291636"/>
          </a:xfrm>
          <a:custGeom>
            <a:avLst/>
            <a:gdLst/>
            <a:ahLst/>
            <a:cxnLst/>
            <a:rect l="0" t="0" r="0" b="0"/>
            <a:pathLst>
              <a:path w="308695" h="291636">
                <a:moveTo>
                  <a:pt x="17830" y="98564"/>
                </a:moveTo>
                <a:cubicBezTo>
                  <a:pt x="19850" y="98183"/>
                  <a:pt x="21840" y="97669"/>
                  <a:pt x="23793" y="97050"/>
                </a:cubicBezTo>
                <a:cubicBezTo>
                  <a:pt x="24755" y="96821"/>
                  <a:pt x="25755" y="97031"/>
                  <a:pt x="26546" y="97612"/>
                </a:cubicBezTo>
                <a:cubicBezTo>
                  <a:pt x="27327" y="98202"/>
                  <a:pt x="27813" y="99107"/>
                  <a:pt x="27860" y="100088"/>
                </a:cubicBezTo>
                <a:lnTo>
                  <a:pt x="27860" y="138150"/>
                </a:lnTo>
                <a:cubicBezTo>
                  <a:pt x="27860" y="139893"/>
                  <a:pt x="26441" y="141322"/>
                  <a:pt x="24688" y="141322"/>
                </a:cubicBezTo>
                <a:lnTo>
                  <a:pt x="12001" y="141322"/>
                </a:lnTo>
                <a:cubicBezTo>
                  <a:pt x="8496" y="141322"/>
                  <a:pt x="5657" y="144160"/>
                  <a:pt x="5657" y="147656"/>
                </a:cubicBezTo>
                <a:lnTo>
                  <a:pt x="5657" y="160343"/>
                </a:lnTo>
                <a:cubicBezTo>
                  <a:pt x="5657" y="163849"/>
                  <a:pt x="8496" y="166687"/>
                  <a:pt x="12001" y="166687"/>
                </a:cubicBezTo>
                <a:lnTo>
                  <a:pt x="53225" y="166687"/>
                </a:lnTo>
                <a:cubicBezTo>
                  <a:pt x="54978" y="166687"/>
                  <a:pt x="56397" y="168106"/>
                  <a:pt x="56397" y="169859"/>
                </a:cubicBezTo>
                <a:lnTo>
                  <a:pt x="56397" y="223265"/>
                </a:lnTo>
                <a:cubicBezTo>
                  <a:pt x="56407" y="224237"/>
                  <a:pt x="56864" y="225142"/>
                  <a:pt x="57626" y="225742"/>
                </a:cubicBezTo>
                <a:cubicBezTo>
                  <a:pt x="58397" y="226333"/>
                  <a:pt x="59388" y="226542"/>
                  <a:pt x="60331" y="226313"/>
                </a:cubicBezTo>
                <a:cubicBezTo>
                  <a:pt x="70723" y="224170"/>
                  <a:pt x="81353" y="228723"/>
                  <a:pt x="86972" y="237724"/>
                </a:cubicBezTo>
                <a:lnTo>
                  <a:pt x="88877" y="240134"/>
                </a:lnTo>
                <a:cubicBezTo>
                  <a:pt x="89744" y="241163"/>
                  <a:pt x="91173" y="241525"/>
                  <a:pt x="92430" y="241039"/>
                </a:cubicBezTo>
                <a:cubicBezTo>
                  <a:pt x="93687" y="240553"/>
                  <a:pt x="94497" y="239325"/>
                  <a:pt x="94459" y="237982"/>
                </a:cubicBezTo>
                <a:lnTo>
                  <a:pt x="94459" y="170745"/>
                </a:lnTo>
                <a:cubicBezTo>
                  <a:pt x="94459" y="168992"/>
                  <a:pt x="95878" y="167573"/>
                  <a:pt x="97631" y="167573"/>
                </a:cubicBezTo>
                <a:lnTo>
                  <a:pt x="211797" y="167573"/>
                </a:lnTo>
                <a:cubicBezTo>
                  <a:pt x="213550" y="167573"/>
                  <a:pt x="214969" y="168992"/>
                  <a:pt x="214969" y="170745"/>
                </a:cubicBezTo>
                <a:lnTo>
                  <a:pt x="214969" y="244068"/>
                </a:lnTo>
                <a:cubicBezTo>
                  <a:pt x="214969" y="245268"/>
                  <a:pt x="215646" y="246373"/>
                  <a:pt x="216722" y="246907"/>
                </a:cubicBezTo>
                <a:cubicBezTo>
                  <a:pt x="217798" y="247440"/>
                  <a:pt x="219084" y="247326"/>
                  <a:pt x="220046" y="246611"/>
                </a:cubicBezTo>
                <a:cubicBezTo>
                  <a:pt x="222837" y="244468"/>
                  <a:pt x="225285" y="241896"/>
                  <a:pt x="227276" y="238991"/>
                </a:cubicBezTo>
                <a:cubicBezTo>
                  <a:pt x="231867" y="231038"/>
                  <a:pt x="240411" y="226180"/>
                  <a:pt x="249602" y="226313"/>
                </a:cubicBezTo>
                <a:cubicBezTo>
                  <a:pt x="250478" y="226380"/>
                  <a:pt x="251355" y="226075"/>
                  <a:pt x="252002" y="225475"/>
                </a:cubicBezTo>
                <a:cubicBezTo>
                  <a:pt x="252660" y="224875"/>
                  <a:pt x="253031" y="224027"/>
                  <a:pt x="253022" y="223142"/>
                </a:cubicBezTo>
                <a:lnTo>
                  <a:pt x="253022" y="170745"/>
                </a:lnTo>
                <a:cubicBezTo>
                  <a:pt x="253022" y="168992"/>
                  <a:pt x="254441" y="167573"/>
                  <a:pt x="256193" y="167573"/>
                </a:cubicBezTo>
                <a:lnTo>
                  <a:pt x="297427" y="167573"/>
                </a:lnTo>
                <a:cubicBezTo>
                  <a:pt x="300923" y="167573"/>
                  <a:pt x="303761" y="164734"/>
                  <a:pt x="303761" y="161229"/>
                </a:cubicBezTo>
                <a:lnTo>
                  <a:pt x="303761" y="148551"/>
                </a:lnTo>
                <a:cubicBezTo>
                  <a:pt x="303761" y="145046"/>
                  <a:pt x="300923" y="142208"/>
                  <a:pt x="297427" y="142208"/>
                </a:cubicBezTo>
                <a:lnTo>
                  <a:pt x="284740" y="142208"/>
                </a:lnTo>
                <a:cubicBezTo>
                  <a:pt x="282987" y="142208"/>
                  <a:pt x="281568" y="140789"/>
                  <a:pt x="281568" y="139036"/>
                </a:cubicBezTo>
                <a:lnTo>
                  <a:pt x="281568" y="100974"/>
                </a:lnTo>
                <a:cubicBezTo>
                  <a:pt x="281616" y="100002"/>
                  <a:pt x="282092" y="99088"/>
                  <a:pt x="282882" y="98507"/>
                </a:cubicBezTo>
                <a:cubicBezTo>
                  <a:pt x="283664" y="97917"/>
                  <a:pt x="284673" y="97707"/>
                  <a:pt x="285626" y="97936"/>
                </a:cubicBezTo>
                <a:cubicBezTo>
                  <a:pt x="287578" y="98555"/>
                  <a:pt x="289569" y="99069"/>
                  <a:pt x="291588" y="99460"/>
                </a:cubicBezTo>
                <a:cubicBezTo>
                  <a:pt x="296151" y="100793"/>
                  <a:pt x="301075" y="99469"/>
                  <a:pt x="304352" y="96021"/>
                </a:cubicBezTo>
                <a:cubicBezTo>
                  <a:pt x="307619" y="92573"/>
                  <a:pt x="308695" y="87591"/>
                  <a:pt x="307133" y="83105"/>
                </a:cubicBezTo>
                <a:cubicBezTo>
                  <a:pt x="305561" y="78619"/>
                  <a:pt x="301618" y="75380"/>
                  <a:pt x="296913" y="74723"/>
                </a:cubicBezTo>
                <a:cubicBezTo>
                  <a:pt x="267423" y="68703"/>
                  <a:pt x="246230" y="42786"/>
                  <a:pt x="246173" y="12687"/>
                </a:cubicBezTo>
                <a:cubicBezTo>
                  <a:pt x="246173" y="5676"/>
                  <a:pt x="240496" y="0"/>
                  <a:pt x="233486" y="0"/>
                </a:cubicBezTo>
                <a:cubicBezTo>
                  <a:pt x="226485" y="0"/>
                  <a:pt x="220799" y="5676"/>
                  <a:pt x="220799" y="12687"/>
                </a:cubicBezTo>
                <a:cubicBezTo>
                  <a:pt x="220608" y="30003"/>
                  <a:pt x="213426" y="46510"/>
                  <a:pt x="200882" y="58454"/>
                </a:cubicBezTo>
                <a:cubicBezTo>
                  <a:pt x="188347" y="70399"/>
                  <a:pt x="171507" y="76761"/>
                  <a:pt x="154200" y="76114"/>
                </a:cubicBezTo>
                <a:cubicBezTo>
                  <a:pt x="136893" y="76761"/>
                  <a:pt x="120062" y="70399"/>
                  <a:pt x="107518" y="58454"/>
                </a:cubicBezTo>
                <a:cubicBezTo>
                  <a:pt x="94983" y="46510"/>
                  <a:pt x="87801" y="30003"/>
                  <a:pt x="87601" y="12687"/>
                </a:cubicBezTo>
                <a:cubicBezTo>
                  <a:pt x="87601" y="5676"/>
                  <a:pt x="81924" y="0"/>
                  <a:pt x="74923" y="0"/>
                </a:cubicBezTo>
                <a:cubicBezTo>
                  <a:pt x="67913" y="0"/>
                  <a:pt x="62236" y="5676"/>
                  <a:pt x="62236" y="12687"/>
                </a:cubicBezTo>
                <a:cubicBezTo>
                  <a:pt x="62179" y="42786"/>
                  <a:pt x="40986" y="68703"/>
                  <a:pt x="11496" y="74723"/>
                </a:cubicBezTo>
                <a:cubicBezTo>
                  <a:pt x="4486" y="76190"/>
                  <a:pt x="0" y="83057"/>
                  <a:pt x="1466" y="90068"/>
                </a:cubicBezTo>
                <a:cubicBezTo>
                  <a:pt x="2943" y="97078"/>
                  <a:pt x="9810" y="101565"/>
                  <a:pt x="16821" y="100088"/>
                </a:cubicBezTo>
                <a:lnTo>
                  <a:pt x="17830" y="98564"/>
                </a:lnTo>
                <a:moveTo>
                  <a:pt x="243506" y="78143"/>
                </a:moveTo>
                <a:cubicBezTo>
                  <a:pt x="243525" y="76895"/>
                  <a:pt x="244278" y="75761"/>
                  <a:pt x="245430" y="75266"/>
                </a:cubicBezTo>
                <a:cubicBezTo>
                  <a:pt x="246583" y="74780"/>
                  <a:pt x="247916" y="75009"/>
                  <a:pt x="248840" y="75857"/>
                </a:cubicBezTo>
                <a:cubicBezTo>
                  <a:pt x="252774" y="79476"/>
                  <a:pt x="257022" y="82743"/>
                  <a:pt x="261527" y="85629"/>
                </a:cubicBezTo>
                <a:cubicBezTo>
                  <a:pt x="262385" y="86239"/>
                  <a:pt x="262909" y="87229"/>
                  <a:pt x="262918" y="88296"/>
                </a:cubicBezTo>
                <a:lnTo>
                  <a:pt x="262918" y="139036"/>
                </a:lnTo>
                <a:cubicBezTo>
                  <a:pt x="262918" y="140789"/>
                  <a:pt x="261499" y="142208"/>
                  <a:pt x="259746" y="142208"/>
                </a:cubicBezTo>
                <a:lnTo>
                  <a:pt x="247059" y="142208"/>
                </a:lnTo>
                <a:cubicBezTo>
                  <a:pt x="245306" y="142208"/>
                  <a:pt x="243887" y="140789"/>
                  <a:pt x="243887" y="139036"/>
                </a:cubicBezTo>
                <a:lnTo>
                  <a:pt x="243887" y="78143"/>
                </a:lnTo>
                <a:moveTo>
                  <a:pt x="205454" y="86391"/>
                </a:moveTo>
                <a:cubicBezTo>
                  <a:pt x="205463" y="85324"/>
                  <a:pt x="205978" y="84334"/>
                  <a:pt x="206844" y="83724"/>
                </a:cubicBezTo>
                <a:cubicBezTo>
                  <a:pt x="211350" y="80838"/>
                  <a:pt x="215598" y="77571"/>
                  <a:pt x="219532" y="73961"/>
                </a:cubicBezTo>
                <a:cubicBezTo>
                  <a:pt x="220456" y="73104"/>
                  <a:pt x="221789" y="72875"/>
                  <a:pt x="222942" y="73371"/>
                </a:cubicBezTo>
                <a:cubicBezTo>
                  <a:pt x="224094" y="73866"/>
                  <a:pt x="224847" y="74990"/>
                  <a:pt x="224866" y="76238"/>
                </a:cubicBezTo>
                <a:lnTo>
                  <a:pt x="224866" y="138655"/>
                </a:lnTo>
                <a:cubicBezTo>
                  <a:pt x="224866" y="140408"/>
                  <a:pt x="223446" y="141827"/>
                  <a:pt x="221694" y="141827"/>
                </a:cubicBezTo>
                <a:lnTo>
                  <a:pt x="209007" y="141827"/>
                </a:lnTo>
                <a:cubicBezTo>
                  <a:pt x="207254" y="141827"/>
                  <a:pt x="205835" y="140408"/>
                  <a:pt x="205835" y="138655"/>
                </a:cubicBezTo>
                <a:lnTo>
                  <a:pt x="205835" y="86391"/>
                </a:lnTo>
                <a:moveTo>
                  <a:pt x="164230" y="102755"/>
                </a:moveTo>
                <a:cubicBezTo>
                  <a:pt x="164220" y="101927"/>
                  <a:pt x="164563" y="101126"/>
                  <a:pt x="165163" y="100555"/>
                </a:cubicBezTo>
                <a:cubicBezTo>
                  <a:pt x="165763" y="99983"/>
                  <a:pt x="166563" y="99679"/>
                  <a:pt x="167392" y="99707"/>
                </a:cubicBezTo>
                <a:cubicBezTo>
                  <a:pt x="172612" y="98955"/>
                  <a:pt x="177717" y="97593"/>
                  <a:pt x="182622" y="95650"/>
                </a:cubicBezTo>
                <a:cubicBezTo>
                  <a:pt x="183594" y="95316"/>
                  <a:pt x="184670" y="95488"/>
                  <a:pt x="185499" y="96088"/>
                </a:cubicBezTo>
                <a:cubicBezTo>
                  <a:pt x="186328" y="96697"/>
                  <a:pt x="186823" y="97669"/>
                  <a:pt x="186804" y="98698"/>
                </a:cubicBezTo>
                <a:lnTo>
                  <a:pt x="186804" y="138655"/>
                </a:lnTo>
                <a:cubicBezTo>
                  <a:pt x="186804" y="140408"/>
                  <a:pt x="185385" y="141827"/>
                  <a:pt x="183632" y="141827"/>
                </a:cubicBezTo>
                <a:lnTo>
                  <a:pt x="167401" y="141827"/>
                </a:lnTo>
                <a:cubicBezTo>
                  <a:pt x="165649" y="141827"/>
                  <a:pt x="164230" y="140408"/>
                  <a:pt x="164230" y="138655"/>
                </a:cubicBezTo>
                <a:lnTo>
                  <a:pt x="164230" y="102755"/>
                </a:lnTo>
                <a:moveTo>
                  <a:pt x="122996" y="98698"/>
                </a:moveTo>
                <a:cubicBezTo>
                  <a:pt x="123034" y="97688"/>
                  <a:pt x="123539" y="96754"/>
                  <a:pt x="124358" y="96154"/>
                </a:cubicBezTo>
                <a:cubicBezTo>
                  <a:pt x="125168" y="95564"/>
                  <a:pt x="126215" y="95373"/>
                  <a:pt x="127187" y="95650"/>
                </a:cubicBezTo>
                <a:cubicBezTo>
                  <a:pt x="131959" y="97564"/>
                  <a:pt x="136940" y="98926"/>
                  <a:pt x="142027" y="99707"/>
                </a:cubicBezTo>
                <a:cubicBezTo>
                  <a:pt x="143608" y="99841"/>
                  <a:pt x="144818" y="101165"/>
                  <a:pt x="144818" y="102755"/>
                </a:cubicBezTo>
                <a:lnTo>
                  <a:pt x="144818" y="138655"/>
                </a:lnTo>
                <a:cubicBezTo>
                  <a:pt x="144818" y="140408"/>
                  <a:pt x="143398" y="141827"/>
                  <a:pt x="141646" y="141827"/>
                </a:cubicBezTo>
                <a:lnTo>
                  <a:pt x="126168" y="141827"/>
                </a:lnTo>
                <a:cubicBezTo>
                  <a:pt x="124415" y="141827"/>
                  <a:pt x="122996" y="140408"/>
                  <a:pt x="122996" y="138655"/>
                </a:cubicBezTo>
                <a:lnTo>
                  <a:pt x="122996" y="98698"/>
                </a:lnTo>
                <a:moveTo>
                  <a:pt x="84943" y="76238"/>
                </a:moveTo>
                <a:cubicBezTo>
                  <a:pt x="84953" y="74990"/>
                  <a:pt x="85715" y="73866"/>
                  <a:pt x="86868" y="73371"/>
                </a:cubicBezTo>
                <a:cubicBezTo>
                  <a:pt x="88011" y="72875"/>
                  <a:pt x="89354" y="73104"/>
                  <a:pt x="90268" y="73961"/>
                </a:cubicBezTo>
                <a:cubicBezTo>
                  <a:pt x="94211" y="77571"/>
                  <a:pt x="98450" y="80838"/>
                  <a:pt x="102955" y="83724"/>
                </a:cubicBezTo>
                <a:cubicBezTo>
                  <a:pt x="103679" y="84410"/>
                  <a:pt x="104051" y="85391"/>
                  <a:pt x="103965" y="86391"/>
                </a:cubicBezTo>
                <a:lnTo>
                  <a:pt x="103965" y="138655"/>
                </a:lnTo>
                <a:cubicBezTo>
                  <a:pt x="103965" y="140408"/>
                  <a:pt x="102546" y="141827"/>
                  <a:pt x="100803" y="141827"/>
                </a:cubicBezTo>
                <a:lnTo>
                  <a:pt x="88115" y="141827"/>
                </a:lnTo>
                <a:cubicBezTo>
                  <a:pt x="86363" y="141827"/>
                  <a:pt x="84943" y="140408"/>
                  <a:pt x="84943" y="138655"/>
                </a:cubicBezTo>
                <a:lnTo>
                  <a:pt x="84943" y="76238"/>
                </a:lnTo>
                <a:moveTo>
                  <a:pt x="46882" y="88925"/>
                </a:moveTo>
                <a:cubicBezTo>
                  <a:pt x="46891" y="87868"/>
                  <a:pt x="47415" y="86877"/>
                  <a:pt x="48282" y="86258"/>
                </a:cubicBezTo>
                <a:cubicBezTo>
                  <a:pt x="52787" y="83381"/>
                  <a:pt x="57026" y="80114"/>
                  <a:pt x="60969" y="76495"/>
                </a:cubicBezTo>
                <a:cubicBezTo>
                  <a:pt x="61798" y="75866"/>
                  <a:pt x="62884" y="75695"/>
                  <a:pt x="63874" y="76019"/>
                </a:cubicBezTo>
                <a:cubicBezTo>
                  <a:pt x="64855" y="76352"/>
                  <a:pt x="65617" y="77142"/>
                  <a:pt x="65913" y="78143"/>
                </a:cubicBezTo>
                <a:lnTo>
                  <a:pt x="65913" y="138655"/>
                </a:lnTo>
                <a:cubicBezTo>
                  <a:pt x="65913" y="140408"/>
                  <a:pt x="64493" y="141827"/>
                  <a:pt x="62741" y="141827"/>
                </a:cubicBezTo>
                <a:lnTo>
                  <a:pt x="50053" y="141827"/>
                </a:lnTo>
                <a:cubicBezTo>
                  <a:pt x="48301" y="141827"/>
                  <a:pt x="46882" y="140408"/>
                  <a:pt x="46882" y="138655"/>
                </a:cubicBezTo>
                <a:lnTo>
                  <a:pt x="46882" y="88925"/>
                </a:lnTo>
                <a:moveTo>
                  <a:pt x="293493" y="265766"/>
                </a:moveTo>
                <a:cubicBezTo>
                  <a:pt x="279701" y="264899"/>
                  <a:pt x="267185" y="257441"/>
                  <a:pt x="259870" y="245716"/>
                </a:cubicBezTo>
                <a:cubicBezTo>
                  <a:pt x="257584" y="241868"/>
                  <a:pt x="253441" y="239506"/>
                  <a:pt x="248964" y="239506"/>
                </a:cubicBezTo>
                <a:cubicBezTo>
                  <a:pt x="244487" y="239506"/>
                  <a:pt x="240344" y="241868"/>
                  <a:pt x="238058" y="245716"/>
                </a:cubicBezTo>
                <a:cubicBezTo>
                  <a:pt x="230428" y="257756"/>
                  <a:pt x="217284" y="265175"/>
                  <a:pt x="203044" y="265509"/>
                </a:cubicBezTo>
                <a:cubicBezTo>
                  <a:pt x="190233" y="265261"/>
                  <a:pt x="178555" y="258137"/>
                  <a:pt x="172469" y="246859"/>
                </a:cubicBezTo>
                <a:cubicBezTo>
                  <a:pt x="170545" y="242782"/>
                  <a:pt x="166601" y="240039"/>
                  <a:pt x="162105" y="239649"/>
                </a:cubicBezTo>
                <a:cubicBezTo>
                  <a:pt x="157619" y="239258"/>
                  <a:pt x="153257" y="241277"/>
                  <a:pt x="150656" y="244954"/>
                </a:cubicBezTo>
                <a:cubicBezTo>
                  <a:pt x="141084" y="257232"/>
                  <a:pt x="126730" y="264842"/>
                  <a:pt x="111204" y="265890"/>
                </a:cubicBezTo>
                <a:cubicBezTo>
                  <a:pt x="97002" y="265071"/>
                  <a:pt x="84020" y="257594"/>
                  <a:pt x="76190" y="245716"/>
                </a:cubicBezTo>
                <a:cubicBezTo>
                  <a:pt x="74009" y="242182"/>
                  <a:pt x="70237" y="239934"/>
                  <a:pt x="66084" y="239706"/>
                </a:cubicBezTo>
                <a:cubicBezTo>
                  <a:pt x="61931" y="239477"/>
                  <a:pt x="57940" y="241296"/>
                  <a:pt x="55387" y="244573"/>
                </a:cubicBezTo>
                <a:cubicBezTo>
                  <a:pt x="55387" y="244573"/>
                  <a:pt x="36861" y="267281"/>
                  <a:pt x="15801" y="266271"/>
                </a:cubicBezTo>
                <a:cubicBezTo>
                  <a:pt x="8801" y="265918"/>
                  <a:pt x="2838" y="271319"/>
                  <a:pt x="2486" y="278320"/>
                </a:cubicBezTo>
                <a:cubicBezTo>
                  <a:pt x="2133" y="285330"/>
                  <a:pt x="7534" y="291293"/>
                  <a:pt x="14535" y="291636"/>
                </a:cubicBezTo>
                <a:lnTo>
                  <a:pt x="17325" y="291636"/>
                </a:lnTo>
                <a:cubicBezTo>
                  <a:pt x="33251" y="291017"/>
                  <a:pt x="48491" y="285026"/>
                  <a:pt x="60588" y="274643"/>
                </a:cubicBezTo>
                <a:cubicBezTo>
                  <a:pt x="62912" y="272748"/>
                  <a:pt x="66246" y="272748"/>
                  <a:pt x="68579" y="274643"/>
                </a:cubicBezTo>
                <a:cubicBezTo>
                  <a:pt x="80314" y="285140"/>
                  <a:pt x="95450" y="291036"/>
                  <a:pt x="111204" y="291255"/>
                </a:cubicBezTo>
                <a:cubicBezTo>
                  <a:pt x="127282" y="291026"/>
                  <a:pt x="142846" y="285492"/>
                  <a:pt x="155476" y="275529"/>
                </a:cubicBezTo>
                <a:cubicBezTo>
                  <a:pt x="157800" y="273643"/>
                  <a:pt x="161134" y="273643"/>
                  <a:pt x="163468" y="275529"/>
                </a:cubicBezTo>
                <a:cubicBezTo>
                  <a:pt x="174240" y="285464"/>
                  <a:pt x="188385" y="290950"/>
                  <a:pt x="203044" y="290883"/>
                </a:cubicBezTo>
                <a:cubicBezTo>
                  <a:pt x="218417" y="290883"/>
                  <a:pt x="233286" y="285445"/>
                  <a:pt x="245030" y="275529"/>
                </a:cubicBezTo>
                <a:cubicBezTo>
                  <a:pt x="247364" y="273519"/>
                  <a:pt x="250821" y="273519"/>
                  <a:pt x="253155" y="275529"/>
                </a:cubicBezTo>
                <a:cubicBezTo>
                  <a:pt x="264566" y="285816"/>
                  <a:pt x="279530" y="291274"/>
                  <a:pt x="294884" y="290750"/>
                </a:cubicBezTo>
                <a:cubicBezTo>
                  <a:pt x="301894" y="290369"/>
                  <a:pt x="307257" y="284378"/>
                  <a:pt x="306876" y="277368"/>
                </a:cubicBezTo>
                <a:cubicBezTo>
                  <a:pt x="306485" y="270367"/>
                  <a:pt x="300494" y="264995"/>
                  <a:pt x="293493" y="26538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81266" y="2614355"/>
            <a:ext cx="306257" cy="305095"/>
          </a:xfrm>
          <a:custGeom>
            <a:avLst/>
            <a:gdLst/>
            <a:ahLst/>
            <a:cxnLst/>
            <a:rect l="0" t="0" r="0" b="0"/>
            <a:pathLst>
              <a:path w="306257" h="305095">
                <a:moveTo>
                  <a:pt x="169202" y="95792"/>
                </a:moveTo>
                <a:cubicBezTo>
                  <a:pt x="169202" y="108051"/>
                  <a:pt x="179146" y="117986"/>
                  <a:pt x="191404" y="117986"/>
                </a:cubicBezTo>
                <a:cubicBezTo>
                  <a:pt x="203663" y="117986"/>
                  <a:pt x="213607" y="108051"/>
                  <a:pt x="213607" y="95792"/>
                </a:cubicBezTo>
                <a:cubicBezTo>
                  <a:pt x="213607" y="83524"/>
                  <a:pt x="203663" y="73590"/>
                  <a:pt x="191404" y="73590"/>
                </a:cubicBezTo>
                <a:cubicBezTo>
                  <a:pt x="179146" y="73590"/>
                  <a:pt x="169202" y="83524"/>
                  <a:pt x="169202" y="95792"/>
                </a:cubicBezTo>
                <a:moveTo>
                  <a:pt x="302656" y="87925"/>
                </a:moveTo>
                <a:lnTo>
                  <a:pt x="196729" y="2552"/>
                </a:lnTo>
                <a:cubicBezTo>
                  <a:pt x="193643" y="0"/>
                  <a:pt x="189176" y="0"/>
                  <a:pt x="186080" y="2552"/>
                </a:cubicBezTo>
                <a:lnTo>
                  <a:pt x="80152" y="87925"/>
                </a:lnTo>
                <a:cubicBezTo>
                  <a:pt x="77523" y="90058"/>
                  <a:pt x="76552" y="93630"/>
                  <a:pt x="77743" y="96802"/>
                </a:cubicBezTo>
                <a:cubicBezTo>
                  <a:pt x="78914" y="100002"/>
                  <a:pt x="81953" y="102127"/>
                  <a:pt x="85353" y="102127"/>
                </a:cubicBezTo>
                <a:lnTo>
                  <a:pt x="108946" y="102127"/>
                </a:lnTo>
                <a:cubicBezTo>
                  <a:pt x="112452" y="102127"/>
                  <a:pt x="115290" y="104975"/>
                  <a:pt x="115290" y="108470"/>
                </a:cubicBezTo>
                <a:lnTo>
                  <a:pt x="115290" y="182937"/>
                </a:lnTo>
                <a:cubicBezTo>
                  <a:pt x="115366" y="187375"/>
                  <a:pt x="118976" y="190928"/>
                  <a:pt x="123415" y="190928"/>
                </a:cubicBezTo>
                <a:lnTo>
                  <a:pt x="259403" y="190928"/>
                </a:lnTo>
                <a:cubicBezTo>
                  <a:pt x="263832" y="190928"/>
                  <a:pt x="267452" y="187375"/>
                  <a:pt x="267519" y="182937"/>
                </a:cubicBezTo>
                <a:lnTo>
                  <a:pt x="267519" y="108470"/>
                </a:lnTo>
                <a:cubicBezTo>
                  <a:pt x="267519" y="104975"/>
                  <a:pt x="270357" y="102127"/>
                  <a:pt x="273862" y="102127"/>
                </a:cubicBezTo>
                <a:lnTo>
                  <a:pt x="297456" y="102127"/>
                </a:lnTo>
                <a:cubicBezTo>
                  <a:pt x="300856" y="102127"/>
                  <a:pt x="303895" y="100002"/>
                  <a:pt x="305066" y="96802"/>
                </a:cubicBezTo>
                <a:cubicBezTo>
                  <a:pt x="306257" y="93630"/>
                  <a:pt x="305285" y="90058"/>
                  <a:pt x="302656" y="87925"/>
                </a:cubicBezTo>
                <a:moveTo>
                  <a:pt x="211959" y="131435"/>
                </a:moveTo>
                <a:cubicBezTo>
                  <a:pt x="211026" y="132054"/>
                  <a:pt x="210454" y="133102"/>
                  <a:pt x="210435" y="134226"/>
                </a:cubicBezTo>
                <a:lnTo>
                  <a:pt x="210435" y="143360"/>
                </a:lnTo>
                <a:cubicBezTo>
                  <a:pt x="210464" y="149037"/>
                  <a:pt x="207397" y="154285"/>
                  <a:pt x="202444" y="157057"/>
                </a:cubicBezTo>
                <a:cubicBezTo>
                  <a:pt x="201510" y="157686"/>
                  <a:pt x="200939" y="158724"/>
                  <a:pt x="200920" y="159848"/>
                </a:cubicBezTo>
                <a:lnTo>
                  <a:pt x="200920" y="162391"/>
                </a:lnTo>
                <a:cubicBezTo>
                  <a:pt x="200920" y="167639"/>
                  <a:pt x="196662" y="171897"/>
                  <a:pt x="191404" y="171897"/>
                </a:cubicBezTo>
                <a:cubicBezTo>
                  <a:pt x="186147" y="171897"/>
                  <a:pt x="181889" y="167639"/>
                  <a:pt x="181889" y="162391"/>
                </a:cubicBezTo>
                <a:lnTo>
                  <a:pt x="181889" y="159848"/>
                </a:lnTo>
                <a:cubicBezTo>
                  <a:pt x="181870" y="158724"/>
                  <a:pt x="181308" y="157686"/>
                  <a:pt x="180365" y="157057"/>
                </a:cubicBezTo>
                <a:cubicBezTo>
                  <a:pt x="175412" y="154285"/>
                  <a:pt x="172345" y="149037"/>
                  <a:pt x="172373" y="143360"/>
                </a:cubicBezTo>
                <a:lnTo>
                  <a:pt x="172373" y="134226"/>
                </a:lnTo>
                <a:cubicBezTo>
                  <a:pt x="172354" y="133102"/>
                  <a:pt x="171792" y="132054"/>
                  <a:pt x="170859" y="131435"/>
                </a:cubicBezTo>
                <a:cubicBezTo>
                  <a:pt x="154666" y="122129"/>
                  <a:pt x="146761" y="103098"/>
                  <a:pt x="151571" y="85058"/>
                </a:cubicBezTo>
                <a:cubicBezTo>
                  <a:pt x="156390" y="67017"/>
                  <a:pt x="172735" y="54463"/>
                  <a:pt x="191404" y="54463"/>
                </a:cubicBezTo>
                <a:cubicBezTo>
                  <a:pt x="210083" y="54463"/>
                  <a:pt x="226418" y="67017"/>
                  <a:pt x="231238" y="85058"/>
                </a:cubicBezTo>
                <a:cubicBezTo>
                  <a:pt x="236058" y="103098"/>
                  <a:pt x="228142" y="122129"/>
                  <a:pt x="211959" y="131435"/>
                </a:cubicBezTo>
                <a:moveTo>
                  <a:pt x="31699" y="179003"/>
                </a:moveTo>
                <a:cubicBezTo>
                  <a:pt x="37804" y="173688"/>
                  <a:pt x="46901" y="173688"/>
                  <a:pt x="53006" y="179003"/>
                </a:cubicBezTo>
                <a:cubicBezTo>
                  <a:pt x="56930" y="182508"/>
                  <a:pt x="62950" y="182165"/>
                  <a:pt x="66455" y="178241"/>
                </a:cubicBezTo>
                <a:cubicBezTo>
                  <a:pt x="69961" y="174326"/>
                  <a:pt x="69618" y="168297"/>
                  <a:pt x="65693" y="164801"/>
                </a:cubicBezTo>
                <a:cubicBezTo>
                  <a:pt x="52273" y="153247"/>
                  <a:pt x="32423" y="153247"/>
                  <a:pt x="19011" y="164801"/>
                </a:cubicBezTo>
                <a:cubicBezTo>
                  <a:pt x="15087" y="168297"/>
                  <a:pt x="14744" y="174326"/>
                  <a:pt x="18249" y="178241"/>
                </a:cubicBezTo>
                <a:cubicBezTo>
                  <a:pt x="21755" y="182165"/>
                  <a:pt x="27774" y="182508"/>
                  <a:pt x="31699" y="179003"/>
                </a:cubicBezTo>
                <a:moveTo>
                  <a:pt x="80029" y="137521"/>
                </a:moveTo>
                <a:cubicBezTo>
                  <a:pt x="57788" y="120519"/>
                  <a:pt x="26917" y="120519"/>
                  <a:pt x="4676" y="137521"/>
                </a:cubicBezTo>
                <a:cubicBezTo>
                  <a:pt x="619" y="140874"/>
                  <a:pt x="0" y="146856"/>
                  <a:pt x="3276" y="150971"/>
                </a:cubicBezTo>
                <a:cubicBezTo>
                  <a:pt x="6429" y="155171"/>
                  <a:pt x="12392" y="156029"/>
                  <a:pt x="16602" y="152876"/>
                </a:cubicBezTo>
                <a:cubicBezTo>
                  <a:pt x="31737" y="141065"/>
                  <a:pt x="52968" y="141065"/>
                  <a:pt x="68103" y="152876"/>
                </a:cubicBezTo>
                <a:cubicBezTo>
                  <a:pt x="72066" y="155733"/>
                  <a:pt x="77543" y="155133"/>
                  <a:pt x="80791" y="151476"/>
                </a:cubicBezTo>
                <a:cubicBezTo>
                  <a:pt x="82600" y="149552"/>
                  <a:pt x="83543" y="146970"/>
                  <a:pt x="83400" y="144341"/>
                </a:cubicBezTo>
                <a:cubicBezTo>
                  <a:pt x="83258" y="141703"/>
                  <a:pt x="82038" y="139236"/>
                  <a:pt x="80029" y="137521"/>
                </a:cubicBezTo>
                <a:moveTo>
                  <a:pt x="83581" y="216303"/>
                </a:moveTo>
                <a:cubicBezTo>
                  <a:pt x="83505" y="204073"/>
                  <a:pt x="73609" y="194167"/>
                  <a:pt x="61379" y="194100"/>
                </a:cubicBezTo>
                <a:lnTo>
                  <a:pt x="23326" y="194100"/>
                </a:lnTo>
                <a:cubicBezTo>
                  <a:pt x="11087" y="194167"/>
                  <a:pt x="1190" y="204073"/>
                  <a:pt x="1123" y="216303"/>
                </a:cubicBezTo>
                <a:lnTo>
                  <a:pt x="1123" y="282902"/>
                </a:lnTo>
                <a:cubicBezTo>
                  <a:pt x="1190" y="295132"/>
                  <a:pt x="11087" y="305028"/>
                  <a:pt x="23326" y="305095"/>
                </a:cubicBezTo>
                <a:lnTo>
                  <a:pt x="61379" y="305095"/>
                </a:lnTo>
                <a:cubicBezTo>
                  <a:pt x="73609" y="305028"/>
                  <a:pt x="83505" y="295132"/>
                  <a:pt x="83581" y="282902"/>
                </a:cubicBezTo>
                <a:lnTo>
                  <a:pt x="83581" y="216303"/>
                </a:lnTo>
                <a:moveTo>
                  <a:pt x="64550" y="282902"/>
                </a:moveTo>
                <a:cubicBezTo>
                  <a:pt x="64550" y="284654"/>
                  <a:pt x="63131" y="286073"/>
                  <a:pt x="61379" y="286073"/>
                </a:cubicBezTo>
                <a:lnTo>
                  <a:pt x="23326" y="286073"/>
                </a:lnTo>
                <a:cubicBezTo>
                  <a:pt x="21574" y="286073"/>
                  <a:pt x="20154" y="284654"/>
                  <a:pt x="20154" y="282902"/>
                </a:cubicBezTo>
                <a:lnTo>
                  <a:pt x="20154" y="216303"/>
                </a:lnTo>
                <a:cubicBezTo>
                  <a:pt x="20154" y="214550"/>
                  <a:pt x="21574" y="213131"/>
                  <a:pt x="23326" y="213131"/>
                </a:cubicBezTo>
                <a:lnTo>
                  <a:pt x="61379" y="213131"/>
                </a:lnTo>
                <a:cubicBezTo>
                  <a:pt x="63131" y="213131"/>
                  <a:pt x="64550" y="214550"/>
                  <a:pt x="64550" y="216303"/>
                </a:cubicBezTo>
                <a:lnTo>
                  <a:pt x="64550" y="28290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27344" y="2881000"/>
            <a:ext cx="304447" cy="304847"/>
          </a:xfrm>
          <a:custGeom>
            <a:avLst/>
            <a:gdLst/>
            <a:ahLst/>
            <a:cxnLst/>
            <a:rect l="0" t="0" r="0" b="0"/>
            <a:pathLst>
              <a:path w="304447" h="304847">
                <a:moveTo>
                  <a:pt x="64569" y="142855"/>
                </a:moveTo>
                <a:cubicBezTo>
                  <a:pt x="69732" y="140122"/>
                  <a:pt x="72961" y="134750"/>
                  <a:pt x="72942" y="128901"/>
                </a:cubicBezTo>
                <a:lnTo>
                  <a:pt x="72942" y="127253"/>
                </a:lnTo>
                <a:lnTo>
                  <a:pt x="95145" y="127253"/>
                </a:lnTo>
                <a:cubicBezTo>
                  <a:pt x="105651" y="127253"/>
                  <a:pt x="114166" y="118738"/>
                  <a:pt x="114166" y="108223"/>
                </a:cubicBezTo>
                <a:lnTo>
                  <a:pt x="114166" y="19430"/>
                </a:lnTo>
                <a:cubicBezTo>
                  <a:pt x="114166" y="8915"/>
                  <a:pt x="105651" y="400"/>
                  <a:pt x="95145" y="400"/>
                </a:cubicBezTo>
                <a:lnTo>
                  <a:pt x="11039" y="400"/>
                </a:lnTo>
                <a:cubicBezTo>
                  <a:pt x="8267" y="0"/>
                  <a:pt x="5467" y="809"/>
                  <a:pt x="3343" y="2638"/>
                </a:cubicBezTo>
                <a:cubicBezTo>
                  <a:pt x="1228" y="4467"/>
                  <a:pt x="9" y="7115"/>
                  <a:pt x="0" y="9915"/>
                </a:cubicBezTo>
                <a:lnTo>
                  <a:pt x="0" y="105051"/>
                </a:lnTo>
                <a:cubicBezTo>
                  <a:pt x="38" y="108270"/>
                  <a:pt x="1647" y="111251"/>
                  <a:pt x="4314" y="113042"/>
                </a:cubicBezTo>
                <a:lnTo>
                  <a:pt x="48329" y="142093"/>
                </a:lnTo>
                <a:cubicBezTo>
                  <a:pt x="53178" y="145370"/>
                  <a:pt x="59445" y="145665"/>
                  <a:pt x="64569" y="142855"/>
                </a:cubicBezTo>
                <a:moveTo>
                  <a:pt x="88801" y="101879"/>
                </a:moveTo>
                <a:lnTo>
                  <a:pt x="72942" y="101879"/>
                </a:lnTo>
                <a:lnTo>
                  <a:pt x="72942" y="48482"/>
                </a:lnTo>
                <a:cubicBezTo>
                  <a:pt x="72780" y="43310"/>
                  <a:pt x="70075" y="38566"/>
                  <a:pt x="65712" y="35794"/>
                </a:cubicBezTo>
                <a:lnTo>
                  <a:pt x="50739" y="25774"/>
                </a:lnTo>
                <a:lnTo>
                  <a:pt x="88801" y="25774"/>
                </a:lnTo>
                <a:lnTo>
                  <a:pt x="88801" y="101879"/>
                </a:lnTo>
                <a:moveTo>
                  <a:pt x="192947" y="82857"/>
                </a:moveTo>
                <a:cubicBezTo>
                  <a:pt x="191195" y="82857"/>
                  <a:pt x="189776" y="84277"/>
                  <a:pt x="189776" y="86029"/>
                </a:cubicBezTo>
                <a:lnTo>
                  <a:pt x="189776" y="95545"/>
                </a:lnTo>
                <a:cubicBezTo>
                  <a:pt x="189776" y="113052"/>
                  <a:pt x="203977" y="127253"/>
                  <a:pt x="221484" y="127253"/>
                </a:cubicBezTo>
                <a:cubicBezTo>
                  <a:pt x="239001" y="127253"/>
                  <a:pt x="253203" y="113052"/>
                  <a:pt x="253203" y="95545"/>
                </a:cubicBezTo>
                <a:lnTo>
                  <a:pt x="253203" y="86029"/>
                </a:lnTo>
                <a:cubicBezTo>
                  <a:pt x="253193" y="85182"/>
                  <a:pt x="252879" y="84372"/>
                  <a:pt x="252317" y="83743"/>
                </a:cubicBezTo>
                <a:cubicBezTo>
                  <a:pt x="251726" y="83105"/>
                  <a:pt x="250898" y="82743"/>
                  <a:pt x="250031" y="82724"/>
                </a:cubicBezTo>
                <a:lnTo>
                  <a:pt x="192947" y="82724"/>
                </a:lnTo>
                <a:moveTo>
                  <a:pt x="253707" y="152628"/>
                </a:moveTo>
                <a:lnTo>
                  <a:pt x="238991" y="152628"/>
                </a:lnTo>
                <a:cubicBezTo>
                  <a:pt x="236391" y="152590"/>
                  <a:pt x="234019" y="154143"/>
                  <a:pt x="233029" y="156562"/>
                </a:cubicBezTo>
                <a:lnTo>
                  <a:pt x="224913" y="176984"/>
                </a:lnTo>
                <a:cubicBezTo>
                  <a:pt x="224418" y="178155"/>
                  <a:pt x="223266" y="178908"/>
                  <a:pt x="221999" y="178908"/>
                </a:cubicBezTo>
                <a:cubicBezTo>
                  <a:pt x="220722" y="178908"/>
                  <a:pt x="219579" y="178155"/>
                  <a:pt x="219075" y="176984"/>
                </a:cubicBezTo>
                <a:lnTo>
                  <a:pt x="210959" y="156562"/>
                </a:lnTo>
                <a:cubicBezTo>
                  <a:pt x="209969" y="154143"/>
                  <a:pt x="207606" y="152590"/>
                  <a:pt x="204997" y="152628"/>
                </a:cubicBezTo>
                <a:lnTo>
                  <a:pt x="183937" y="152628"/>
                </a:lnTo>
                <a:cubicBezTo>
                  <a:pt x="167459" y="152619"/>
                  <a:pt x="151780" y="159743"/>
                  <a:pt x="140931" y="172164"/>
                </a:cubicBezTo>
                <a:lnTo>
                  <a:pt x="134721" y="179260"/>
                </a:lnTo>
                <a:cubicBezTo>
                  <a:pt x="131225" y="183194"/>
                  <a:pt x="126272" y="185508"/>
                  <a:pt x="121024" y="185680"/>
                </a:cubicBezTo>
                <a:cubicBezTo>
                  <a:pt x="115766" y="185842"/>
                  <a:pt x="110670" y="183851"/>
                  <a:pt x="106937" y="180155"/>
                </a:cubicBezTo>
                <a:lnTo>
                  <a:pt x="94249" y="167468"/>
                </a:lnTo>
                <a:cubicBezTo>
                  <a:pt x="86753" y="160477"/>
                  <a:pt x="75076" y="160686"/>
                  <a:pt x="67827" y="167935"/>
                </a:cubicBezTo>
                <a:cubicBezTo>
                  <a:pt x="60579" y="175183"/>
                  <a:pt x="60369" y="186861"/>
                  <a:pt x="67360" y="194357"/>
                </a:cubicBezTo>
                <a:lnTo>
                  <a:pt x="80048" y="207044"/>
                </a:lnTo>
                <a:cubicBezTo>
                  <a:pt x="91220" y="218217"/>
                  <a:pt x="106527" y="224266"/>
                  <a:pt x="122320" y="223732"/>
                </a:cubicBezTo>
                <a:cubicBezTo>
                  <a:pt x="138122" y="223208"/>
                  <a:pt x="152990" y="216150"/>
                  <a:pt x="163391" y="204254"/>
                </a:cubicBezTo>
                <a:cubicBezTo>
                  <a:pt x="169602" y="197281"/>
                  <a:pt x="173793" y="190680"/>
                  <a:pt x="183937" y="190680"/>
                </a:cubicBezTo>
                <a:lnTo>
                  <a:pt x="183937" y="298503"/>
                </a:lnTo>
                <a:cubicBezTo>
                  <a:pt x="183937" y="302009"/>
                  <a:pt x="186775" y="304847"/>
                  <a:pt x="190280" y="304847"/>
                </a:cubicBezTo>
                <a:lnTo>
                  <a:pt x="253707" y="304847"/>
                </a:lnTo>
                <a:cubicBezTo>
                  <a:pt x="257213" y="304847"/>
                  <a:pt x="260051" y="302009"/>
                  <a:pt x="260051" y="298503"/>
                </a:cubicBezTo>
                <a:lnTo>
                  <a:pt x="260051" y="200196"/>
                </a:lnTo>
                <a:cubicBezTo>
                  <a:pt x="260051" y="196691"/>
                  <a:pt x="262890" y="193852"/>
                  <a:pt x="266395" y="193852"/>
                </a:cubicBezTo>
                <a:cubicBezTo>
                  <a:pt x="269900" y="193852"/>
                  <a:pt x="272738" y="196691"/>
                  <a:pt x="272738" y="200196"/>
                </a:cubicBezTo>
                <a:lnTo>
                  <a:pt x="272738" y="273138"/>
                </a:lnTo>
                <a:cubicBezTo>
                  <a:pt x="272738" y="281892"/>
                  <a:pt x="279834" y="288998"/>
                  <a:pt x="288597" y="288998"/>
                </a:cubicBezTo>
                <a:cubicBezTo>
                  <a:pt x="297351" y="288998"/>
                  <a:pt x="304447" y="281892"/>
                  <a:pt x="304447" y="273138"/>
                </a:cubicBezTo>
                <a:lnTo>
                  <a:pt x="304447" y="203368"/>
                </a:lnTo>
                <a:cubicBezTo>
                  <a:pt x="304447" y="175345"/>
                  <a:pt x="281730" y="152628"/>
                  <a:pt x="253707" y="152628"/>
                </a:cubicBezTo>
                <a:moveTo>
                  <a:pt x="171249" y="70170"/>
                </a:moveTo>
                <a:lnTo>
                  <a:pt x="252060" y="70170"/>
                </a:lnTo>
                <a:cubicBezTo>
                  <a:pt x="254765" y="70151"/>
                  <a:pt x="257155" y="68418"/>
                  <a:pt x="258022" y="65855"/>
                </a:cubicBezTo>
                <a:lnTo>
                  <a:pt x="262204" y="53168"/>
                </a:lnTo>
                <a:cubicBezTo>
                  <a:pt x="263347" y="49815"/>
                  <a:pt x="263023" y="46129"/>
                  <a:pt x="261318" y="43024"/>
                </a:cubicBezTo>
                <a:cubicBezTo>
                  <a:pt x="259632" y="40109"/>
                  <a:pt x="256917" y="37938"/>
                  <a:pt x="253707" y="36937"/>
                </a:cubicBezTo>
                <a:lnTo>
                  <a:pt x="190280" y="21078"/>
                </a:lnTo>
                <a:cubicBezTo>
                  <a:pt x="186794" y="20050"/>
                  <a:pt x="183032" y="21126"/>
                  <a:pt x="180613" y="23841"/>
                </a:cubicBezTo>
                <a:cubicBezTo>
                  <a:pt x="178203" y="26555"/>
                  <a:pt x="177565" y="30422"/>
                  <a:pt x="178993" y="33766"/>
                </a:cubicBezTo>
                <a:lnTo>
                  <a:pt x="182794" y="45310"/>
                </a:lnTo>
                <a:lnTo>
                  <a:pt x="171249" y="45310"/>
                </a:lnTo>
                <a:cubicBezTo>
                  <a:pt x="164249" y="45310"/>
                  <a:pt x="158572" y="50987"/>
                  <a:pt x="158572" y="57988"/>
                </a:cubicBezTo>
                <a:cubicBezTo>
                  <a:pt x="158572" y="64998"/>
                  <a:pt x="164249" y="70675"/>
                  <a:pt x="171249" y="7067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525" y="371475"/>
            <a:ext cx="352463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Roboto"/>
              </a:rPr>
              <a:t>Bridge and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9080" y="2323273"/>
            <a:ext cx="713100" cy="114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000000"/>
                </a:solidFill>
                <a:latin typeface="Roboto"/>
              </a:rPr>
              <a:t>Bridge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25" y="2571768"/>
            <a:ext cx="136853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Roboto"/>
              </a:rPr>
              <a:t>Structural Patterns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510238" y="2551634"/>
            <a:ext cx="1221943" cy="253621"/>
            <a:chOff x="3510238" y="2551634"/>
            <a:chExt cx="1221943" cy="253621"/>
          </a:xfrm>
        </p:grpSpPr>
        <p:sp>
          <p:nvSpPr>
            <p:cNvPr id="18" name="TextBox 17"/>
            <p:cNvSpPr txBox="1"/>
            <p:nvPr/>
          </p:nvSpPr>
          <p:spPr>
            <a:xfrm>
              <a:off x="3326947" y="2551634"/>
              <a:ext cx="1405234" cy="126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Decouples device types from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26947" y="2678411"/>
              <a:ext cx="1405234" cy="12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communication methods.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282004" y="2519880"/>
            <a:ext cx="1009803" cy="114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Roboto"/>
              </a:rPr>
              <a:t>Smart Home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0847" y="2957514"/>
            <a:ext cx="671333" cy="114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000000"/>
                </a:solidFill>
                <a:latin typeface="Roboto"/>
              </a:rPr>
              <a:t>Proxy Pattern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7282004" y="2710213"/>
            <a:ext cx="1234678" cy="380427"/>
            <a:chOff x="7282004" y="2710213"/>
            <a:chExt cx="1234678" cy="380427"/>
          </a:xfrm>
        </p:grpSpPr>
        <p:sp>
          <p:nvSpPr>
            <p:cNvPr id="23" name="TextBox 22"/>
            <p:cNvSpPr txBox="1"/>
            <p:nvPr/>
          </p:nvSpPr>
          <p:spPr>
            <a:xfrm>
              <a:off x="7282004" y="2710213"/>
              <a:ext cx="1419879" cy="126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Seamless and secure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82004" y="2836990"/>
              <a:ext cx="1419879" cy="126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management of smart home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82004" y="2963863"/>
              <a:ext cx="1419879" cy="126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devices.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419398" y="3185874"/>
            <a:ext cx="1312783" cy="253621"/>
            <a:chOff x="3419398" y="3185874"/>
            <a:chExt cx="1312783" cy="253621"/>
          </a:xfrm>
        </p:grpSpPr>
        <p:sp>
          <p:nvSpPr>
            <p:cNvPr id="27" name="TextBox 26"/>
            <p:cNvSpPr txBox="1"/>
            <p:nvPr/>
          </p:nvSpPr>
          <p:spPr>
            <a:xfrm>
              <a:off x="3222481" y="3185874"/>
              <a:ext cx="1509700" cy="126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Secures device access through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22481" y="3312651"/>
              <a:ext cx="1509700" cy="12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authorization checks.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37917" y="2835499"/>
            <a:ext cx="2535793" cy="1269776"/>
            <a:chOff x="537917" y="2835499"/>
            <a:chExt cx="2535793" cy="1269776"/>
          </a:xfrm>
        </p:grpSpPr>
        <p:sp>
          <p:nvSpPr>
            <p:cNvPr id="30" name="TextBox 29"/>
            <p:cNvSpPr txBox="1"/>
            <p:nvPr/>
          </p:nvSpPr>
          <p:spPr>
            <a:xfrm>
              <a:off x="537917" y="2835499"/>
              <a:ext cx="291616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Bridge: Device → Light / Fan |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7917" y="3089435"/>
              <a:ext cx="291616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Communication → WiFi /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7917" y="3343372"/>
              <a:ext cx="291616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Bluetooth. Proxy: User →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7917" y="3597308"/>
              <a:ext cx="2916161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SecureDeviceProxy → Real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7917" y="3851245"/>
              <a:ext cx="2916161" cy="254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Device.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243946" y="3348976"/>
            <a:ext cx="427862" cy="413289"/>
            <a:chOff x="5243946" y="3348976"/>
            <a:chExt cx="427862" cy="413289"/>
          </a:xfrm>
        </p:grpSpPr>
        <p:sp>
          <p:nvSpPr>
            <p:cNvPr id="2" name="Rounded Rectangle 1"/>
            <p:cNvSpPr/>
            <p:nvPr/>
          </p:nvSpPr>
          <p:spPr>
            <a:xfrm>
              <a:off x="5251566" y="3358882"/>
              <a:ext cx="420242" cy="403383"/>
            </a:xfrm>
            <a:custGeom>
              <a:avLst/>
              <a:gdLst/>
              <a:ahLst/>
              <a:cxnLst/>
              <a:rect l="0" t="0" r="0" b="0"/>
              <a:pathLst>
                <a:path w="420242" h="403383">
                  <a:moveTo>
                    <a:pt x="0" y="0"/>
                  </a:moveTo>
                  <a:cubicBezTo>
                    <a:pt x="86582" y="180022"/>
                    <a:pt x="236219" y="323945"/>
                    <a:pt x="420242" y="403383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243946" y="3348976"/>
              <a:ext cx="40957" cy="45719"/>
            </a:xfrm>
            <a:custGeom>
              <a:avLst/>
              <a:gdLst/>
              <a:ahLst/>
              <a:cxnLst/>
              <a:rect l="0" t="0" r="0" b="0"/>
              <a:pathLst>
                <a:path w="40957" h="45719">
                  <a:moveTo>
                    <a:pt x="2857" y="0"/>
                  </a:moveTo>
                  <a:lnTo>
                    <a:pt x="40957" y="26669"/>
                  </a:lnTo>
                  <a:lnTo>
                    <a:pt x="0" y="45719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48172" y="3324225"/>
            <a:ext cx="417576" cy="433387"/>
            <a:chOff x="6348172" y="3324225"/>
            <a:chExt cx="417576" cy="433387"/>
          </a:xfrm>
        </p:grpSpPr>
        <p:sp>
          <p:nvSpPr>
            <p:cNvPr id="5" name="Rounded Rectangle 4"/>
            <p:cNvSpPr/>
            <p:nvPr/>
          </p:nvSpPr>
          <p:spPr>
            <a:xfrm>
              <a:off x="6358364" y="3324225"/>
              <a:ext cx="407384" cy="425100"/>
            </a:xfrm>
            <a:custGeom>
              <a:avLst/>
              <a:gdLst/>
              <a:ahLst/>
              <a:cxnLst/>
              <a:rect l="0" t="0" r="0" b="0"/>
              <a:pathLst>
                <a:path w="407384" h="425100">
                  <a:moveTo>
                    <a:pt x="0" y="425100"/>
                  </a:moveTo>
                  <a:cubicBezTo>
                    <a:pt x="182308" y="338042"/>
                    <a:pt x="327945" y="186499"/>
                    <a:pt x="407384" y="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348172" y="3715702"/>
              <a:ext cx="45719" cy="41910"/>
            </a:xfrm>
            <a:custGeom>
              <a:avLst/>
              <a:gdLst/>
              <a:ahLst/>
              <a:cxnLst/>
              <a:rect l="0" t="0" r="0" b="0"/>
              <a:pathLst>
                <a:path w="45719" h="41910">
                  <a:moveTo>
                    <a:pt x="0" y="38100"/>
                  </a:moveTo>
                  <a:lnTo>
                    <a:pt x="26669" y="0"/>
                  </a:lnTo>
                  <a:lnTo>
                    <a:pt x="45719" y="4191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23366" y="2232793"/>
            <a:ext cx="433387" cy="413385"/>
            <a:chOff x="6323366" y="2232793"/>
            <a:chExt cx="433387" cy="413385"/>
          </a:xfrm>
        </p:grpSpPr>
        <p:sp>
          <p:nvSpPr>
            <p:cNvPr id="8" name="Rounded Rectangle 7"/>
            <p:cNvSpPr/>
            <p:nvPr/>
          </p:nvSpPr>
          <p:spPr>
            <a:xfrm>
              <a:off x="6323366" y="2232793"/>
              <a:ext cx="425386" cy="403479"/>
            </a:xfrm>
            <a:custGeom>
              <a:avLst/>
              <a:gdLst/>
              <a:ahLst/>
              <a:cxnLst/>
              <a:rect l="0" t="0" r="0" b="0"/>
              <a:pathLst>
                <a:path w="425386" h="403479">
                  <a:moveTo>
                    <a:pt x="425386" y="403479"/>
                  </a:moveTo>
                  <a:cubicBezTo>
                    <a:pt x="337565" y="222599"/>
                    <a:pt x="186023" y="78390"/>
                    <a:pt x="0" y="0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14843" y="2600458"/>
              <a:ext cx="41910" cy="45720"/>
            </a:xfrm>
            <a:custGeom>
              <a:avLst/>
              <a:gdLst/>
              <a:ahLst/>
              <a:cxnLst/>
              <a:rect l="0" t="0" r="0" b="0"/>
              <a:pathLst>
                <a:path w="41910" h="45720">
                  <a:moveTo>
                    <a:pt x="38100" y="45720"/>
                  </a:moveTo>
                  <a:lnTo>
                    <a:pt x="0" y="20002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236022" y="2243233"/>
            <a:ext cx="412432" cy="429863"/>
            <a:chOff x="5236022" y="2243233"/>
            <a:chExt cx="412432" cy="429863"/>
          </a:xfrm>
        </p:grpSpPr>
        <p:sp>
          <p:nvSpPr>
            <p:cNvPr id="11" name="Rounded Rectangle 10"/>
            <p:cNvSpPr/>
            <p:nvPr/>
          </p:nvSpPr>
          <p:spPr>
            <a:xfrm>
              <a:off x="5236022" y="2250853"/>
              <a:ext cx="402336" cy="422243"/>
            </a:xfrm>
            <a:custGeom>
              <a:avLst/>
              <a:gdLst/>
              <a:ahLst/>
              <a:cxnLst/>
              <a:rect l="0" t="0" r="0" b="0"/>
              <a:pathLst>
                <a:path w="402336" h="422243">
                  <a:moveTo>
                    <a:pt x="402336" y="0"/>
                  </a:moveTo>
                  <a:cubicBezTo>
                    <a:pt x="222408" y="87344"/>
                    <a:pt x="78771" y="237648"/>
                    <a:pt x="0" y="422243"/>
                  </a:cubicBezTo>
                </a:path>
              </a:pathLst>
            </a:custGeom>
            <a:noFill/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601782" y="2243233"/>
              <a:ext cx="46672" cy="40957"/>
            </a:xfrm>
            <a:custGeom>
              <a:avLst/>
              <a:gdLst/>
              <a:ahLst/>
              <a:cxnLst/>
              <a:rect l="0" t="0" r="0" b="0"/>
              <a:pathLst>
                <a:path w="46672" h="40957">
                  <a:moveTo>
                    <a:pt x="46672" y="2857"/>
                  </a:moveTo>
                  <a:lnTo>
                    <a:pt x="20002" y="40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19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834532" y="2000823"/>
            <a:ext cx="332432" cy="333365"/>
          </a:xfrm>
          <a:custGeom>
            <a:avLst/>
            <a:gdLst/>
            <a:ahLst/>
            <a:cxnLst/>
            <a:rect l="0" t="0" r="0" b="0"/>
            <a:pathLst>
              <a:path w="332432" h="333365">
                <a:moveTo>
                  <a:pt x="157867" y="3733"/>
                </a:moveTo>
                <a:cubicBezTo>
                  <a:pt x="162810" y="0"/>
                  <a:pt x="169630" y="0"/>
                  <a:pt x="174574" y="3733"/>
                </a:cubicBezTo>
                <a:lnTo>
                  <a:pt x="321535" y="114795"/>
                </a:lnTo>
                <a:cubicBezTo>
                  <a:pt x="322059" y="115176"/>
                  <a:pt x="322545" y="115604"/>
                  <a:pt x="323002" y="116071"/>
                </a:cubicBezTo>
                <a:cubicBezTo>
                  <a:pt x="326602" y="119681"/>
                  <a:pt x="332432" y="127111"/>
                  <a:pt x="332432" y="136674"/>
                </a:cubicBezTo>
                <a:lnTo>
                  <a:pt x="332432" y="305971"/>
                </a:lnTo>
                <a:cubicBezTo>
                  <a:pt x="332432" y="322583"/>
                  <a:pt x="318639" y="333365"/>
                  <a:pt x="305095" y="333365"/>
                </a:cubicBezTo>
                <a:lnTo>
                  <a:pt x="27327" y="333365"/>
                </a:lnTo>
                <a:cubicBezTo>
                  <a:pt x="10668" y="333365"/>
                  <a:pt x="0" y="319420"/>
                  <a:pt x="0" y="305971"/>
                </a:cubicBezTo>
                <a:lnTo>
                  <a:pt x="0" y="136674"/>
                </a:lnTo>
                <a:cubicBezTo>
                  <a:pt x="0" y="127120"/>
                  <a:pt x="5819" y="119681"/>
                  <a:pt x="9420" y="116071"/>
                </a:cubicBezTo>
                <a:cubicBezTo>
                  <a:pt x="9886" y="115604"/>
                  <a:pt x="10382" y="115185"/>
                  <a:pt x="10896" y="114795"/>
                </a:cubicBezTo>
                <a:lnTo>
                  <a:pt x="157867" y="3733"/>
                </a:lnTo>
                <a:moveTo>
                  <a:pt x="176603" y="70189"/>
                </a:moveTo>
                <a:cubicBezTo>
                  <a:pt x="176603" y="64455"/>
                  <a:pt x="171954" y="59797"/>
                  <a:pt x="166220" y="59797"/>
                </a:cubicBezTo>
                <a:cubicBezTo>
                  <a:pt x="160477" y="59797"/>
                  <a:pt x="155829" y="64455"/>
                  <a:pt x="155829" y="70189"/>
                </a:cubicBezTo>
                <a:lnTo>
                  <a:pt x="155829" y="90963"/>
                </a:lnTo>
                <a:cubicBezTo>
                  <a:pt x="155829" y="96707"/>
                  <a:pt x="160477" y="101355"/>
                  <a:pt x="166220" y="101355"/>
                </a:cubicBezTo>
                <a:cubicBezTo>
                  <a:pt x="171954" y="101355"/>
                  <a:pt x="176603" y="96707"/>
                  <a:pt x="176603" y="90963"/>
                </a:cubicBezTo>
                <a:lnTo>
                  <a:pt x="176603" y="70189"/>
                </a:lnTo>
                <a:moveTo>
                  <a:pt x="53035" y="127882"/>
                </a:moveTo>
                <a:cubicBezTo>
                  <a:pt x="50472" y="133016"/>
                  <a:pt x="52558" y="139255"/>
                  <a:pt x="57692" y="141817"/>
                </a:cubicBezTo>
                <a:lnTo>
                  <a:pt x="71542" y="148742"/>
                </a:lnTo>
                <a:cubicBezTo>
                  <a:pt x="74866" y="150437"/>
                  <a:pt x="78847" y="150218"/>
                  <a:pt x="81962" y="148161"/>
                </a:cubicBezTo>
                <a:cubicBezTo>
                  <a:pt x="85077" y="146113"/>
                  <a:pt x="86858" y="142551"/>
                  <a:pt x="86620" y="138826"/>
                </a:cubicBezTo>
                <a:cubicBezTo>
                  <a:pt x="86391" y="135102"/>
                  <a:pt x="84172" y="131797"/>
                  <a:pt x="80819" y="130149"/>
                </a:cubicBezTo>
                <a:lnTo>
                  <a:pt x="66970" y="123224"/>
                </a:lnTo>
                <a:cubicBezTo>
                  <a:pt x="61845" y="120672"/>
                  <a:pt x="55616" y="122758"/>
                  <a:pt x="53054" y="127882"/>
                </a:cubicBezTo>
                <a:moveTo>
                  <a:pt x="80819" y="245706"/>
                </a:moveTo>
                <a:cubicBezTo>
                  <a:pt x="84172" y="244059"/>
                  <a:pt x="86391" y="240753"/>
                  <a:pt x="86620" y="237029"/>
                </a:cubicBezTo>
                <a:cubicBezTo>
                  <a:pt x="86858" y="233305"/>
                  <a:pt x="85077" y="229743"/>
                  <a:pt x="81962" y="227695"/>
                </a:cubicBezTo>
                <a:cubicBezTo>
                  <a:pt x="78847" y="225647"/>
                  <a:pt x="74866" y="225418"/>
                  <a:pt x="71542" y="227114"/>
                </a:cubicBezTo>
                <a:lnTo>
                  <a:pt x="57692" y="234038"/>
                </a:lnTo>
                <a:cubicBezTo>
                  <a:pt x="54340" y="235677"/>
                  <a:pt x="52130" y="238991"/>
                  <a:pt x="51892" y="242716"/>
                </a:cubicBezTo>
                <a:cubicBezTo>
                  <a:pt x="51654" y="246440"/>
                  <a:pt x="53435" y="250002"/>
                  <a:pt x="56549" y="252050"/>
                </a:cubicBezTo>
                <a:cubicBezTo>
                  <a:pt x="59674" y="254098"/>
                  <a:pt x="63646" y="254317"/>
                  <a:pt x="66970" y="252631"/>
                </a:cubicBezTo>
                <a:lnTo>
                  <a:pt x="80819" y="245706"/>
                </a:lnTo>
                <a:moveTo>
                  <a:pt x="279396" y="127882"/>
                </a:moveTo>
                <a:cubicBezTo>
                  <a:pt x="276834" y="122748"/>
                  <a:pt x="270595" y="120662"/>
                  <a:pt x="265461" y="123224"/>
                </a:cubicBezTo>
                <a:lnTo>
                  <a:pt x="251612" y="130149"/>
                </a:lnTo>
                <a:cubicBezTo>
                  <a:pt x="248259" y="131797"/>
                  <a:pt x="246049" y="135102"/>
                  <a:pt x="245811" y="138826"/>
                </a:cubicBezTo>
                <a:cubicBezTo>
                  <a:pt x="245573" y="142551"/>
                  <a:pt x="247354" y="146113"/>
                  <a:pt x="250469" y="148161"/>
                </a:cubicBezTo>
                <a:cubicBezTo>
                  <a:pt x="253593" y="150218"/>
                  <a:pt x="257565" y="150437"/>
                  <a:pt x="260889" y="148742"/>
                </a:cubicBezTo>
                <a:lnTo>
                  <a:pt x="274748" y="141817"/>
                </a:lnTo>
                <a:cubicBezTo>
                  <a:pt x="279873" y="139255"/>
                  <a:pt x="281959" y="133016"/>
                  <a:pt x="279396" y="127882"/>
                </a:cubicBezTo>
                <a:moveTo>
                  <a:pt x="260889" y="227114"/>
                </a:moveTo>
                <a:cubicBezTo>
                  <a:pt x="257565" y="225418"/>
                  <a:pt x="253593" y="225647"/>
                  <a:pt x="250469" y="227695"/>
                </a:cubicBezTo>
                <a:cubicBezTo>
                  <a:pt x="247354" y="229743"/>
                  <a:pt x="245573" y="233305"/>
                  <a:pt x="245811" y="237029"/>
                </a:cubicBezTo>
                <a:cubicBezTo>
                  <a:pt x="246049" y="240753"/>
                  <a:pt x="248259" y="244059"/>
                  <a:pt x="251612" y="245706"/>
                </a:cubicBezTo>
                <a:lnTo>
                  <a:pt x="265461" y="252631"/>
                </a:lnTo>
                <a:cubicBezTo>
                  <a:pt x="268785" y="254317"/>
                  <a:pt x="272767" y="254098"/>
                  <a:pt x="275882" y="252050"/>
                </a:cubicBezTo>
                <a:cubicBezTo>
                  <a:pt x="278996" y="250002"/>
                  <a:pt x="280777" y="246440"/>
                  <a:pt x="280539" y="242716"/>
                </a:cubicBezTo>
                <a:cubicBezTo>
                  <a:pt x="280311" y="238991"/>
                  <a:pt x="278091" y="235677"/>
                  <a:pt x="274748" y="234038"/>
                </a:cubicBezTo>
                <a:lnTo>
                  <a:pt x="260889" y="227114"/>
                </a:lnTo>
                <a:moveTo>
                  <a:pt x="193919" y="262632"/>
                </a:moveTo>
                <a:cubicBezTo>
                  <a:pt x="185051" y="265909"/>
                  <a:pt x="175669" y="267585"/>
                  <a:pt x="166220" y="267576"/>
                </a:cubicBezTo>
                <a:cubicBezTo>
                  <a:pt x="156762" y="267585"/>
                  <a:pt x="147380" y="265909"/>
                  <a:pt x="138512" y="262632"/>
                </a:cubicBezTo>
                <a:lnTo>
                  <a:pt x="138512" y="271033"/>
                </a:lnTo>
                <a:cubicBezTo>
                  <a:pt x="138512" y="286340"/>
                  <a:pt x="150914" y="298742"/>
                  <a:pt x="166220" y="298742"/>
                </a:cubicBezTo>
                <a:cubicBezTo>
                  <a:pt x="181517" y="298742"/>
                  <a:pt x="193919" y="286340"/>
                  <a:pt x="193919" y="271033"/>
                </a:cubicBezTo>
                <a:lnTo>
                  <a:pt x="193919" y="262632"/>
                </a:lnTo>
                <a:moveTo>
                  <a:pt x="166220" y="250259"/>
                </a:moveTo>
                <a:cubicBezTo>
                  <a:pt x="200644" y="250259"/>
                  <a:pt x="228552" y="222351"/>
                  <a:pt x="228552" y="187928"/>
                </a:cubicBezTo>
                <a:cubicBezTo>
                  <a:pt x="228552" y="153504"/>
                  <a:pt x="200644" y="125596"/>
                  <a:pt x="166220" y="125596"/>
                </a:cubicBezTo>
                <a:cubicBezTo>
                  <a:pt x="131797" y="125596"/>
                  <a:pt x="103889" y="153504"/>
                  <a:pt x="103889" y="187928"/>
                </a:cubicBezTo>
                <a:cubicBezTo>
                  <a:pt x="103889" y="222351"/>
                  <a:pt x="131797" y="250259"/>
                  <a:pt x="166220" y="25025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58848" y="2832850"/>
            <a:ext cx="221627" cy="332432"/>
          </a:xfrm>
          <a:custGeom>
            <a:avLst/>
            <a:gdLst/>
            <a:ahLst/>
            <a:cxnLst/>
            <a:rect l="0" t="0" r="0" b="0"/>
            <a:pathLst>
              <a:path w="221627" h="332432">
                <a:moveTo>
                  <a:pt x="159296" y="180070"/>
                </a:moveTo>
                <a:cubicBezTo>
                  <a:pt x="155467" y="180070"/>
                  <a:pt x="152361" y="176964"/>
                  <a:pt x="152361" y="173145"/>
                </a:cubicBezTo>
                <a:lnTo>
                  <a:pt x="152361" y="145437"/>
                </a:lnTo>
                <a:cubicBezTo>
                  <a:pt x="152361" y="122491"/>
                  <a:pt x="133759" y="103889"/>
                  <a:pt x="110813" y="103889"/>
                </a:cubicBezTo>
                <a:cubicBezTo>
                  <a:pt x="87858" y="103889"/>
                  <a:pt x="69256" y="122491"/>
                  <a:pt x="69256" y="145437"/>
                </a:cubicBezTo>
                <a:lnTo>
                  <a:pt x="69256" y="173145"/>
                </a:lnTo>
                <a:cubicBezTo>
                  <a:pt x="69256" y="176964"/>
                  <a:pt x="66151" y="180070"/>
                  <a:pt x="62331" y="180070"/>
                </a:cubicBezTo>
                <a:cubicBezTo>
                  <a:pt x="58502" y="180070"/>
                  <a:pt x="55406" y="183165"/>
                  <a:pt x="55406" y="186994"/>
                </a:cubicBezTo>
                <a:cubicBezTo>
                  <a:pt x="55406" y="190823"/>
                  <a:pt x="58502" y="193919"/>
                  <a:pt x="62331" y="193919"/>
                </a:cubicBezTo>
                <a:lnTo>
                  <a:pt x="159296" y="193919"/>
                </a:lnTo>
                <a:cubicBezTo>
                  <a:pt x="163115" y="193919"/>
                  <a:pt x="166220" y="190823"/>
                  <a:pt x="166220" y="186994"/>
                </a:cubicBezTo>
                <a:cubicBezTo>
                  <a:pt x="166220" y="183165"/>
                  <a:pt x="163115" y="180070"/>
                  <a:pt x="159296" y="180070"/>
                </a:cubicBezTo>
                <a:moveTo>
                  <a:pt x="122862" y="207768"/>
                </a:moveTo>
                <a:lnTo>
                  <a:pt x="98764" y="207768"/>
                </a:lnTo>
                <a:cubicBezTo>
                  <a:pt x="96316" y="207845"/>
                  <a:pt x="94068" y="209140"/>
                  <a:pt x="92802" y="211235"/>
                </a:cubicBezTo>
                <a:cubicBezTo>
                  <a:pt x="91563" y="213379"/>
                  <a:pt x="91563" y="216017"/>
                  <a:pt x="92802" y="218160"/>
                </a:cubicBezTo>
                <a:cubicBezTo>
                  <a:pt x="96516" y="224599"/>
                  <a:pt x="103374" y="228571"/>
                  <a:pt x="110813" y="228571"/>
                </a:cubicBezTo>
                <a:cubicBezTo>
                  <a:pt x="118243" y="228571"/>
                  <a:pt x="125110" y="224599"/>
                  <a:pt x="128816" y="218160"/>
                </a:cubicBezTo>
                <a:cubicBezTo>
                  <a:pt x="130054" y="216017"/>
                  <a:pt x="130054" y="213379"/>
                  <a:pt x="128816" y="211235"/>
                </a:cubicBezTo>
                <a:cubicBezTo>
                  <a:pt x="127587" y="209102"/>
                  <a:pt x="125320" y="207787"/>
                  <a:pt x="122862" y="207768"/>
                </a:cubicBezTo>
                <a:moveTo>
                  <a:pt x="180070" y="0"/>
                </a:moveTo>
                <a:lnTo>
                  <a:pt x="41557" y="0"/>
                </a:lnTo>
                <a:cubicBezTo>
                  <a:pt x="18602" y="0"/>
                  <a:pt x="0" y="18602"/>
                  <a:pt x="0" y="41557"/>
                </a:cubicBezTo>
                <a:lnTo>
                  <a:pt x="0" y="290883"/>
                </a:lnTo>
                <a:cubicBezTo>
                  <a:pt x="0" y="313829"/>
                  <a:pt x="18602" y="332432"/>
                  <a:pt x="41557" y="332432"/>
                </a:cubicBezTo>
                <a:lnTo>
                  <a:pt x="180070" y="332432"/>
                </a:lnTo>
                <a:cubicBezTo>
                  <a:pt x="203015" y="332432"/>
                  <a:pt x="221627" y="313829"/>
                  <a:pt x="221627" y="290883"/>
                </a:cubicBezTo>
                <a:lnTo>
                  <a:pt x="221627" y="41557"/>
                </a:lnTo>
                <a:cubicBezTo>
                  <a:pt x="221627" y="18602"/>
                  <a:pt x="203015" y="0"/>
                  <a:pt x="180070" y="0"/>
                </a:cubicBezTo>
                <a:moveTo>
                  <a:pt x="193919" y="263175"/>
                </a:moveTo>
                <a:cubicBezTo>
                  <a:pt x="193919" y="267004"/>
                  <a:pt x="190823" y="270100"/>
                  <a:pt x="186994" y="270100"/>
                </a:cubicBezTo>
                <a:lnTo>
                  <a:pt x="34623" y="270100"/>
                </a:lnTo>
                <a:cubicBezTo>
                  <a:pt x="30803" y="270100"/>
                  <a:pt x="27698" y="267004"/>
                  <a:pt x="27698" y="263175"/>
                </a:cubicBezTo>
                <a:lnTo>
                  <a:pt x="27698" y="48482"/>
                </a:lnTo>
                <a:cubicBezTo>
                  <a:pt x="27698" y="44653"/>
                  <a:pt x="30803" y="41557"/>
                  <a:pt x="34623" y="41557"/>
                </a:cubicBezTo>
                <a:lnTo>
                  <a:pt x="186994" y="41557"/>
                </a:lnTo>
                <a:cubicBezTo>
                  <a:pt x="190823" y="41557"/>
                  <a:pt x="193919" y="44653"/>
                  <a:pt x="193919" y="48482"/>
                </a:cubicBezTo>
                <a:lnTo>
                  <a:pt x="193919" y="26317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67689" y="2857424"/>
            <a:ext cx="326907" cy="295560"/>
          </a:xfrm>
          <a:custGeom>
            <a:avLst/>
            <a:gdLst/>
            <a:ahLst/>
            <a:cxnLst/>
            <a:rect l="0" t="0" r="0" b="0"/>
            <a:pathLst>
              <a:path w="326907" h="295560">
                <a:moveTo>
                  <a:pt x="299027" y="2962"/>
                </a:moveTo>
                <a:cubicBezTo>
                  <a:pt x="300389" y="4419"/>
                  <a:pt x="301723" y="5905"/>
                  <a:pt x="303009" y="7419"/>
                </a:cubicBezTo>
                <a:cubicBezTo>
                  <a:pt x="305562" y="10372"/>
                  <a:pt x="308981" y="14516"/>
                  <a:pt x="312420" y="19192"/>
                </a:cubicBezTo>
                <a:cubicBezTo>
                  <a:pt x="315820" y="23879"/>
                  <a:pt x="319354" y="29241"/>
                  <a:pt x="322059" y="34651"/>
                </a:cubicBezTo>
                <a:cubicBezTo>
                  <a:pt x="324688" y="39919"/>
                  <a:pt x="326907" y="45920"/>
                  <a:pt x="326907" y="51692"/>
                </a:cubicBezTo>
                <a:lnTo>
                  <a:pt x="326907" y="270548"/>
                </a:lnTo>
                <a:cubicBezTo>
                  <a:pt x="326898" y="273062"/>
                  <a:pt x="325526" y="275386"/>
                  <a:pt x="323316" y="276606"/>
                </a:cubicBezTo>
                <a:cubicBezTo>
                  <a:pt x="321106" y="277815"/>
                  <a:pt x="318411" y="277739"/>
                  <a:pt x="316277" y="276386"/>
                </a:cubicBezTo>
                <a:cubicBezTo>
                  <a:pt x="288416" y="258803"/>
                  <a:pt x="267843" y="229476"/>
                  <a:pt x="261927" y="195681"/>
                </a:cubicBezTo>
                <a:lnTo>
                  <a:pt x="256251" y="169211"/>
                </a:lnTo>
                <a:cubicBezTo>
                  <a:pt x="253869" y="171364"/>
                  <a:pt x="251126" y="173783"/>
                  <a:pt x="248173" y="176174"/>
                </a:cubicBezTo>
                <a:cubicBezTo>
                  <a:pt x="243192" y="180317"/>
                  <a:pt x="237867" y="184042"/>
                  <a:pt x="232276" y="187309"/>
                </a:cubicBezTo>
                <a:cubicBezTo>
                  <a:pt x="226923" y="190328"/>
                  <a:pt x="220694" y="192976"/>
                  <a:pt x="214712" y="192976"/>
                </a:cubicBezTo>
                <a:cubicBezTo>
                  <a:pt x="203073" y="192976"/>
                  <a:pt x="196291" y="185956"/>
                  <a:pt x="192766" y="179793"/>
                </a:cubicBezTo>
                <a:cubicBezTo>
                  <a:pt x="191681" y="177869"/>
                  <a:pt x="190766" y="175860"/>
                  <a:pt x="190042" y="173783"/>
                </a:cubicBezTo>
                <a:cubicBezTo>
                  <a:pt x="191061" y="171611"/>
                  <a:pt x="191890" y="169364"/>
                  <a:pt x="192528" y="167058"/>
                </a:cubicBezTo>
                <a:cubicBezTo>
                  <a:pt x="193243" y="164468"/>
                  <a:pt x="193719" y="161801"/>
                  <a:pt x="193948" y="159029"/>
                </a:cubicBezTo>
                <a:cubicBezTo>
                  <a:pt x="209635" y="146751"/>
                  <a:pt x="215112" y="133635"/>
                  <a:pt x="216798" y="124215"/>
                </a:cubicBezTo>
                <a:cubicBezTo>
                  <a:pt x="211616" y="124491"/>
                  <a:pt x="204835" y="124758"/>
                  <a:pt x="197738" y="124758"/>
                </a:cubicBezTo>
                <a:cubicBezTo>
                  <a:pt x="191919" y="124787"/>
                  <a:pt x="186089" y="124558"/>
                  <a:pt x="180289" y="124053"/>
                </a:cubicBezTo>
                <a:cubicBezTo>
                  <a:pt x="173697" y="117948"/>
                  <a:pt x="165354" y="114071"/>
                  <a:pt x="156438" y="112966"/>
                </a:cubicBezTo>
                <a:cubicBezTo>
                  <a:pt x="154886" y="110404"/>
                  <a:pt x="153581" y="107699"/>
                  <a:pt x="152533" y="104898"/>
                </a:cubicBezTo>
                <a:cubicBezTo>
                  <a:pt x="150552" y="99707"/>
                  <a:pt x="149237" y="94297"/>
                  <a:pt x="148609" y="88782"/>
                </a:cubicBezTo>
                <a:cubicBezTo>
                  <a:pt x="148037" y="83458"/>
                  <a:pt x="148189" y="77495"/>
                  <a:pt x="150275" y="72542"/>
                </a:cubicBezTo>
                <a:cubicBezTo>
                  <a:pt x="151380" y="69961"/>
                  <a:pt x="153085" y="67427"/>
                  <a:pt x="155705" y="65560"/>
                </a:cubicBezTo>
                <a:cubicBezTo>
                  <a:pt x="158362" y="63655"/>
                  <a:pt x="161505" y="62769"/>
                  <a:pt x="164839" y="62769"/>
                </a:cubicBezTo>
                <a:lnTo>
                  <a:pt x="212521" y="62769"/>
                </a:lnTo>
                <a:cubicBezTo>
                  <a:pt x="212798" y="62360"/>
                  <a:pt x="213112" y="61941"/>
                  <a:pt x="213464" y="61474"/>
                </a:cubicBezTo>
                <a:cubicBezTo>
                  <a:pt x="215331" y="58940"/>
                  <a:pt x="217931" y="55511"/>
                  <a:pt x="220846" y="52082"/>
                </a:cubicBezTo>
                <a:cubicBezTo>
                  <a:pt x="223694" y="48672"/>
                  <a:pt x="227009" y="45053"/>
                  <a:pt x="230266" y="42243"/>
                </a:cubicBezTo>
                <a:cubicBezTo>
                  <a:pt x="231886" y="40814"/>
                  <a:pt x="233648" y="39547"/>
                  <a:pt x="235524" y="38461"/>
                </a:cubicBezTo>
                <a:cubicBezTo>
                  <a:pt x="237258" y="37490"/>
                  <a:pt x="239687" y="36452"/>
                  <a:pt x="242411" y="36452"/>
                </a:cubicBezTo>
                <a:lnTo>
                  <a:pt x="279834" y="36452"/>
                </a:lnTo>
                <a:lnTo>
                  <a:pt x="286902" y="5800"/>
                </a:lnTo>
                <a:cubicBezTo>
                  <a:pt x="287474" y="3314"/>
                  <a:pt x="289369" y="1343"/>
                  <a:pt x="291826" y="676"/>
                </a:cubicBezTo>
                <a:cubicBezTo>
                  <a:pt x="294293" y="0"/>
                  <a:pt x="296922" y="733"/>
                  <a:pt x="298675" y="2590"/>
                </a:cubicBezTo>
                <a:moveTo>
                  <a:pt x="9" y="108194"/>
                </a:moveTo>
                <a:lnTo>
                  <a:pt x="942" y="230504"/>
                </a:lnTo>
                <a:cubicBezTo>
                  <a:pt x="10610" y="244668"/>
                  <a:pt x="24831" y="255108"/>
                  <a:pt x="41243" y="260089"/>
                </a:cubicBezTo>
                <a:lnTo>
                  <a:pt x="138674" y="292055"/>
                </a:lnTo>
                <a:cubicBezTo>
                  <a:pt x="150428" y="295560"/>
                  <a:pt x="161477" y="289769"/>
                  <a:pt x="164820" y="278691"/>
                </a:cubicBezTo>
                <a:cubicBezTo>
                  <a:pt x="168373" y="266919"/>
                  <a:pt x="162601" y="255822"/>
                  <a:pt x="151495" y="252460"/>
                </a:cubicBezTo>
                <a:cubicBezTo>
                  <a:pt x="151361" y="252412"/>
                  <a:pt x="151237" y="252374"/>
                  <a:pt x="151114" y="252326"/>
                </a:cubicBezTo>
                <a:lnTo>
                  <a:pt x="84077" y="228647"/>
                </a:lnTo>
                <a:cubicBezTo>
                  <a:pt x="76695" y="227256"/>
                  <a:pt x="69961" y="223504"/>
                  <a:pt x="64893" y="217970"/>
                </a:cubicBezTo>
                <a:lnTo>
                  <a:pt x="30937" y="178955"/>
                </a:lnTo>
                <a:cubicBezTo>
                  <a:pt x="27870" y="175364"/>
                  <a:pt x="28260" y="169964"/>
                  <a:pt x="31803" y="166839"/>
                </a:cubicBezTo>
                <a:cubicBezTo>
                  <a:pt x="35356" y="163715"/>
                  <a:pt x="40757" y="164020"/>
                  <a:pt x="43929" y="167516"/>
                </a:cubicBezTo>
                <a:cubicBezTo>
                  <a:pt x="48396" y="172545"/>
                  <a:pt x="52406" y="177145"/>
                  <a:pt x="56083" y="181365"/>
                </a:cubicBezTo>
                <a:cubicBezTo>
                  <a:pt x="61760" y="187880"/>
                  <a:pt x="66636" y="193471"/>
                  <a:pt x="71066" y="198196"/>
                </a:cubicBezTo>
                <a:cubicBezTo>
                  <a:pt x="78466" y="206063"/>
                  <a:pt x="83219" y="209873"/>
                  <a:pt x="86648" y="211207"/>
                </a:cubicBezTo>
                <a:lnTo>
                  <a:pt x="88382" y="211816"/>
                </a:lnTo>
                <a:cubicBezTo>
                  <a:pt x="93164" y="212455"/>
                  <a:pt x="98288" y="211235"/>
                  <a:pt x="102584" y="207968"/>
                </a:cubicBezTo>
                <a:cubicBezTo>
                  <a:pt x="110890" y="201320"/>
                  <a:pt x="111775" y="188461"/>
                  <a:pt x="104936" y="181289"/>
                </a:cubicBezTo>
                <a:cubicBezTo>
                  <a:pt x="104775" y="181117"/>
                  <a:pt x="104622" y="180946"/>
                  <a:pt x="104479" y="180755"/>
                </a:cubicBezTo>
                <a:lnTo>
                  <a:pt x="78876" y="149094"/>
                </a:lnTo>
                <a:cubicBezTo>
                  <a:pt x="69113" y="137169"/>
                  <a:pt x="55987" y="127358"/>
                  <a:pt x="40633" y="122196"/>
                </a:cubicBezTo>
                <a:lnTo>
                  <a:pt x="0" y="108194"/>
                </a:lnTo>
                <a:moveTo>
                  <a:pt x="151142" y="184680"/>
                </a:moveTo>
                <a:cubicBezTo>
                  <a:pt x="167211" y="184680"/>
                  <a:pt x="180232" y="171659"/>
                  <a:pt x="180232" y="155590"/>
                </a:cubicBezTo>
                <a:cubicBezTo>
                  <a:pt x="180232" y="139531"/>
                  <a:pt x="167211" y="126501"/>
                  <a:pt x="151142" y="126501"/>
                </a:cubicBezTo>
                <a:cubicBezTo>
                  <a:pt x="135083" y="126501"/>
                  <a:pt x="122053" y="139531"/>
                  <a:pt x="122053" y="155590"/>
                </a:cubicBezTo>
                <a:cubicBezTo>
                  <a:pt x="122053" y="171659"/>
                  <a:pt x="135083" y="184680"/>
                  <a:pt x="151142" y="18468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34532" y="3663500"/>
            <a:ext cx="332889" cy="332870"/>
          </a:xfrm>
          <a:custGeom>
            <a:avLst/>
            <a:gdLst/>
            <a:ahLst/>
            <a:cxnLst/>
            <a:rect l="0" t="0" r="0" b="0"/>
            <a:pathLst>
              <a:path w="332889" h="332870">
                <a:moveTo>
                  <a:pt x="214417" y="210150"/>
                </a:moveTo>
                <a:cubicBezTo>
                  <a:pt x="207044" y="219408"/>
                  <a:pt x="196062" y="225085"/>
                  <a:pt x="184242" y="225752"/>
                </a:cubicBezTo>
                <a:cubicBezTo>
                  <a:pt x="172412" y="226409"/>
                  <a:pt x="160867" y="221999"/>
                  <a:pt x="152504" y="213617"/>
                </a:cubicBezTo>
                <a:lnTo>
                  <a:pt x="102222" y="163334"/>
                </a:lnTo>
                <a:cubicBezTo>
                  <a:pt x="85972" y="147113"/>
                  <a:pt x="85934" y="120786"/>
                  <a:pt x="102155" y="104536"/>
                </a:cubicBezTo>
                <a:cubicBezTo>
                  <a:pt x="118376" y="88277"/>
                  <a:pt x="144694" y="88249"/>
                  <a:pt x="160953" y="104460"/>
                </a:cubicBezTo>
                <a:lnTo>
                  <a:pt x="178403" y="122053"/>
                </a:lnTo>
                <a:lnTo>
                  <a:pt x="227857" y="59997"/>
                </a:lnTo>
                <a:cubicBezTo>
                  <a:pt x="219532" y="54406"/>
                  <a:pt x="210435" y="50072"/>
                  <a:pt x="200844" y="47120"/>
                </a:cubicBezTo>
                <a:lnTo>
                  <a:pt x="200844" y="21212"/>
                </a:lnTo>
                <a:cubicBezTo>
                  <a:pt x="200844" y="9744"/>
                  <a:pt x="191547" y="438"/>
                  <a:pt x="180070" y="438"/>
                </a:cubicBezTo>
                <a:lnTo>
                  <a:pt x="152361" y="438"/>
                </a:lnTo>
                <a:cubicBezTo>
                  <a:pt x="140893" y="438"/>
                  <a:pt x="131587" y="9744"/>
                  <a:pt x="131587" y="21212"/>
                </a:cubicBezTo>
                <a:lnTo>
                  <a:pt x="131587" y="46977"/>
                </a:lnTo>
                <a:cubicBezTo>
                  <a:pt x="122710" y="49549"/>
                  <a:pt x="114166" y="53130"/>
                  <a:pt x="106098" y="57645"/>
                </a:cubicBezTo>
                <a:lnTo>
                  <a:pt x="87820" y="39357"/>
                </a:lnTo>
                <a:cubicBezTo>
                  <a:pt x="83943" y="35432"/>
                  <a:pt x="78657" y="33223"/>
                  <a:pt x="73132" y="33223"/>
                </a:cubicBezTo>
                <a:cubicBezTo>
                  <a:pt x="67617" y="33223"/>
                  <a:pt x="62331" y="35432"/>
                  <a:pt x="58454" y="39357"/>
                </a:cubicBezTo>
                <a:lnTo>
                  <a:pt x="38919" y="58893"/>
                </a:lnTo>
                <a:cubicBezTo>
                  <a:pt x="34985" y="62760"/>
                  <a:pt x="32785" y="68056"/>
                  <a:pt x="32832" y="73571"/>
                </a:cubicBezTo>
                <a:cubicBezTo>
                  <a:pt x="32766" y="79095"/>
                  <a:pt x="34975" y="84401"/>
                  <a:pt x="38919" y="88258"/>
                </a:cubicBezTo>
                <a:lnTo>
                  <a:pt x="57064" y="106537"/>
                </a:lnTo>
                <a:cubicBezTo>
                  <a:pt x="52673" y="114642"/>
                  <a:pt x="49148" y="123186"/>
                  <a:pt x="46539" y="132026"/>
                </a:cubicBezTo>
                <a:lnTo>
                  <a:pt x="20774" y="132026"/>
                </a:lnTo>
                <a:cubicBezTo>
                  <a:pt x="9305" y="132026"/>
                  <a:pt x="0" y="141331"/>
                  <a:pt x="0" y="152800"/>
                </a:cubicBezTo>
                <a:lnTo>
                  <a:pt x="0" y="180508"/>
                </a:lnTo>
                <a:cubicBezTo>
                  <a:pt x="0" y="191985"/>
                  <a:pt x="9305" y="201282"/>
                  <a:pt x="20774" y="201282"/>
                </a:cubicBezTo>
                <a:lnTo>
                  <a:pt x="46539" y="201282"/>
                </a:lnTo>
                <a:cubicBezTo>
                  <a:pt x="49120" y="210131"/>
                  <a:pt x="52654" y="218674"/>
                  <a:pt x="57064" y="226771"/>
                </a:cubicBezTo>
                <a:lnTo>
                  <a:pt x="38919" y="245059"/>
                </a:lnTo>
                <a:cubicBezTo>
                  <a:pt x="30822" y="253164"/>
                  <a:pt x="30822" y="266309"/>
                  <a:pt x="38919" y="274424"/>
                </a:cubicBezTo>
                <a:lnTo>
                  <a:pt x="58454" y="293951"/>
                </a:lnTo>
                <a:cubicBezTo>
                  <a:pt x="66655" y="301828"/>
                  <a:pt x="79619" y="301828"/>
                  <a:pt x="87820" y="293951"/>
                </a:cubicBezTo>
                <a:lnTo>
                  <a:pt x="106098" y="275805"/>
                </a:lnTo>
                <a:cubicBezTo>
                  <a:pt x="114195" y="280225"/>
                  <a:pt x="122739" y="283749"/>
                  <a:pt x="131587" y="286331"/>
                </a:cubicBezTo>
                <a:lnTo>
                  <a:pt x="131587" y="312096"/>
                </a:lnTo>
                <a:cubicBezTo>
                  <a:pt x="131587" y="323573"/>
                  <a:pt x="140893" y="332870"/>
                  <a:pt x="152361" y="332870"/>
                </a:cubicBezTo>
                <a:lnTo>
                  <a:pt x="180070" y="332870"/>
                </a:lnTo>
                <a:cubicBezTo>
                  <a:pt x="191547" y="332870"/>
                  <a:pt x="200844" y="323573"/>
                  <a:pt x="200844" y="312096"/>
                </a:cubicBezTo>
                <a:lnTo>
                  <a:pt x="200844" y="286331"/>
                </a:lnTo>
                <a:cubicBezTo>
                  <a:pt x="209654" y="283749"/>
                  <a:pt x="218151" y="280215"/>
                  <a:pt x="226199" y="275805"/>
                </a:cubicBezTo>
                <a:lnTo>
                  <a:pt x="244478" y="293951"/>
                </a:lnTo>
                <a:cubicBezTo>
                  <a:pt x="248354" y="297875"/>
                  <a:pt x="253641" y="300085"/>
                  <a:pt x="259165" y="300085"/>
                </a:cubicBezTo>
                <a:cubicBezTo>
                  <a:pt x="264680" y="300085"/>
                  <a:pt x="269967" y="297875"/>
                  <a:pt x="273843" y="293951"/>
                </a:cubicBezTo>
                <a:lnTo>
                  <a:pt x="293512" y="274424"/>
                </a:lnTo>
                <a:cubicBezTo>
                  <a:pt x="301618" y="266309"/>
                  <a:pt x="301618" y="253164"/>
                  <a:pt x="293512" y="245059"/>
                </a:cubicBezTo>
                <a:lnTo>
                  <a:pt x="275224" y="226771"/>
                </a:lnTo>
                <a:cubicBezTo>
                  <a:pt x="279701" y="218703"/>
                  <a:pt x="283235" y="210159"/>
                  <a:pt x="285759" y="201282"/>
                </a:cubicBezTo>
                <a:lnTo>
                  <a:pt x="311524" y="201282"/>
                </a:lnTo>
                <a:cubicBezTo>
                  <a:pt x="317058" y="201320"/>
                  <a:pt x="322373" y="199148"/>
                  <a:pt x="326297" y="195252"/>
                </a:cubicBezTo>
                <a:cubicBezTo>
                  <a:pt x="330231" y="191347"/>
                  <a:pt x="332432" y="186042"/>
                  <a:pt x="332432" y="180508"/>
                </a:cubicBezTo>
                <a:lnTo>
                  <a:pt x="332432" y="152800"/>
                </a:lnTo>
                <a:cubicBezTo>
                  <a:pt x="332432" y="141331"/>
                  <a:pt x="323135" y="132026"/>
                  <a:pt x="311658" y="132026"/>
                </a:cubicBezTo>
                <a:lnTo>
                  <a:pt x="285759" y="132026"/>
                </a:lnTo>
                <a:cubicBezTo>
                  <a:pt x="284921" y="129397"/>
                  <a:pt x="283959" y="126768"/>
                  <a:pt x="282987" y="124129"/>
                </a:cubicBezTo>
                <a:lnTo>
                  <a:pt x="214417" y="210150"/>
                </a:lnTo>
                <a:moveTo>
                  <a:pt x="324545" y="5010"/>
                </a:moveTo>
                <a:cubicBezTo>
                  <a:pt x="328860" y="8439"/>
                  <a:pt x="331641" y="13449"/>
                  <a:pt x="332260" y="18935"/>
                </a:cubicBezTo>
                <a:cubicBezTo>
                  <a:pt x="332889" y="24412"/>
                  <a:pt x="331308" y="29918"/>
                  <a:pt x="327869" y="34232"/>
                </a:cubicBezTo>
                <a:lnTo>
                  <a:pt x="198072" y="197272"/>
                </a:lnTo>
                <a:cubicBezTo>
                  <a:pt x="194309" y="201758"/>
                  <a:pt x="188842" y="204482"/>
                  <a:pt x="182994" y="204797"/>
                </a:cubicBezTo>
                <a:cubicBezTo>
                  <a:pt x="177136" y="205111"/>
                  <a:pt x="171421" y="202987"/>
                  <a:pt x="167192" y="198929"/>
                </a:cubicBezTo>
                <a:lnTo>
                  <a:pt x="116909" y="148647"/>
                </a:lnTo>
                <a:cubicBezTo>
                  <a:pt x="108765" y="140541"/>
                  <a:pt x="108727" y="127358"/>
                  <a:pt x="116843" y="119214"/>
                </a:cubicBezTo>
                <a:cubicBezTo>
                  <a:pt x="124948" y="111071"/>
                  <a:pt x="138122" y="111042"/>
                  <a:pt x="146275" y="119148"/>
                </a:cubicBezTo>
                <a:lnTo>
                  <a:pt x="180070" y="152800"/>
                </a:lnTo>
                <a:lnTo>
                  <a:pt x="295455" y="8334"/>
                </a:lnTo>
                <a:cubicBezTo>
                  <a:pt x="298856" y="4019"/>
                  <a:pt x="303847" y="1247"/>
                  <a:pt x="309305" y="619"/>
                </a:cubicBezTo>
                <a:cubicBezTo>
                  <a:pt x="314763" y="0"/>
                  <a:pt x="320249" y="1571"/>
                  <a:pt x="324545" y="50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0525" y="371475"/>
            <a:ext cx="763476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Roboto"/>
              </a:rPr>
              <a:t>Observer and Chain of Responsibility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441927" y="1184554"/>
            <a:ext cx="1117644" cy="249325"/>
            <a:chOff x="5441927" y="1184554"/>
            <a:chExt cx="1117644" cy="249325"/>
          </a:xfrm>
        </p:grpSpPr>
        <p:sp>
          <p:nvSpPr>
            <p:cNvPr id="19" name="TextBox 18"/>
            <p:cNvSpPr txBox="1"/>
            <p:nvPr/>
          </p:nvSpPr>
          <p:spPr>
            <a:xfrm>
              <a:off x="5358104" y="1184554"/>
              <a:ext cx="1285290" cy="124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000000"/>
                  </a:solidFill>
                  <a:latin typeface="Roboto"/>
                </a:rPr>
                <a:t>Smart Home Generates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58104" y="1309236"/>
              <a:ext cx="1285290" cy="124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000000"/>
                  </a:solidFill>
                  <a:latin typeface="Roboto"/>
                </a:rPr>
                <a:t>Event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477170" y="1558570"/>
            <a:ext cx="1047159" cy="276947"/>
            <a:chOff x="5477170" y="1558570"/>
            <a:chExt cx="1047159" cy="276947"/>
          </a:xfrm>
        </p:grpSpPr>
        <p:sp>
          <p:nvSpPr>
            <p:cNvPr id="22" name="TextBox 21"/>
            <p:cNvSpPr txBox="1"/>
            <p:nvPr/>
          </p:nvSpPr>
          <p:spPr>
            <a:xfrm>
              <a:off x="5398634" y="1558570"/>
              <a:ext cx="1204232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Smart home detects 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98634" y="1697063"/>
              <a:ext cx="1204232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security event.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90525" y="2486042"/>
            <a:ext cx="2310164" cy="342900"/>
            <a:chOff x="390525" y="2486042"/>
            <a:chExt cx="2310164" cy="342900"/>
          </a:xfrm>
        </p:grpSpPr>
        <p:sp>
          <p:nvSpPr>
            <p:cNvPr id="25" name="TextBox 24"/>
            <p:cNvSpPr txBox="1"/>
            <p:nvPr/>
          </p:nvSpPr>
          <p:spPr>
            <a:xfrm>
              <a:off x="390525" y="2486042"/>
              <a:ext cx="265668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00000"/>
                  </a:solidFill>
                  <a:latin typeface="Roboto"/>
                </a:rPr>
                <a:t>Handling system notifications and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2657492"/>
              <a:ext cx="265668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00000"/>
                  </a:solidFill>
                  <a:latin typeface="Roboto"/>
                </a:rPr>
                <a:t>sequential security event processing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426492" y="2756682"/>
            <a:ext cx="1474789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000000"/>
                </a:solidFill>
                <a:latin typeface="Roboto"/>
              </a:rPr>
              <a:t>Observers Receive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217" y="2756682"/>
            <a:ext cx="1530785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Roboto"/>
              </a:rPr>
              <a:t>Event Passes Through Chain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767921" y="3068367"/>
            <a:ext cx="1133360" cy="276947"/>
            <a:chOff x="3767921" y="3068367"/>
            <a:chExt cx="1133360" cy="276947"/>
          </a:xfrm>
        </p:grpSpPr>
        <p:sp>
          <p:nvSpPr>
            <p:cNvPr id="30" name="TextBox 29"/>
            <p:cNvSpPr txBox="1"/>
            <p:nvPr/>
          </p:nvSpPr>
          <p:spPr>
            <a:xfrm>
              <a:off x="3597917" y="3068367"/>
              <a:ext cx="1303364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Observers get automatic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97917" y="3206860"/>
              <a:ext cx="1303364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000000"/>
                  </a:solidFill>
                  <a:latin typeface="Roboto"/>
                </a:rPr>
                <a:t>notifications.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100217" y="3068367"/>
            <a:ext cx="1136570" cy="276947"/>
            <a:chOff x="7100217" y="3068367"/>
            <a:chExt cx="1136570" cy="276947"/>
          </a:xfrm>
        </p:grpSpPr>
        <p:sp>
          <p:nvSpPr>
            <p:cNvPr id="33" name="TextBox 32"/>
            <p:cNvSpPr txBox="1"/>
            <p:nvPr/>
          </p:nvSpPr>
          <p:spPr>
            <a:xfrm>
              <a:off x="7100217" y="3068367"/>
              <a:ext cx="1307055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Event is processed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00217" y="3206860"/>
              <a:ext cx="1307055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000000"/>
                  </a:solidFill>
                  <a:latin typeface="Roboto"/>
                </a:rPr>
                <a:t>sequentially by handlers.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9272" y="3000396"/>
            <a:ext cx="2359456" cy="1523742"/>
            <a:chOff x="339272" y="3000396"/>
            <a:chExt cx="2359456" cy="1523742"/>
          </a:xfrm>
        </p:grpSpPr>
        <p:sp>
          <p:nvSpPr>
            <p:cNvPr id="36" name="TextBox 35"/>
            <p:cNvSpPr txBox="1"/>
            <p:nvPr/>
          </p:nvSpPr>
          <p:spPr>
            <a:xfrm>
              <a:off x="339272" y="3000396"/>
              <a:ext cx="2713374" cy="2540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Observer: Smart Home →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9272" y="3254427"/>
              <a:ext cx="2713374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Mobile App / Admin. Chain: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9272" y="3508364"/>
              <a:ext cx="2713374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Security Event →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272" y="3762300"/>
              <a:ext cx="2713374" cy="253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MotionHandler →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272" y="4016237"/>
              <a:ext cx="2713374" cy="2540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DoorHandler →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9272" y="4270269"/>
              <a:ext cx="2713374" cy="253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00000"/>
                  </a:solidFill>
                  <a:latin typeface="Roboto"/>
                </a:rPr>
                <a:t>AlarmHandler.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363176" y="4183372"/>
            <a:ext cx="1275147" cy="124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Roboto"/>
              </a:rPr>
              <a:t>Handlers Process Event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5394779" y="4495052"/>
            <a:ext cx="1211941" cy="276947"/>
            <a:chOff x="5394779" y="4495052"/>
            <a:chExt cx="1211941" cy="276947"/>
          </a:xfrm>
        </p:grpSpPr>
        <p:sp>
          <p:nvSpPr>
            <p:cNvPr id="44" name="TextBox 43"/>
            <p:cNvSpPr txBox="1"/>
            <p:nvPr/>
          </p:nvSpPr>
          <p:spPr>
            <a:xfrm>
              <a:off x="5303884" y="4495052"/>
              <a:ext cx="1393732" cy="1384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Each handler performs its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03884" y="4633545"/>
              <a:ext cx="1393732" cy="138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Roboto"/>
                </a:rPr>
                <a:t>specific task.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90900" y="1573945"/>
            <a:ext cx="1927919" cy="2812494"/>
          </a:xfrm>
          <a:custGeom>
            <a:avLst/>
            <a:gdLst/>
            <a:ahLst/>
            <a:cxnLst/>
            <a:rect l="0" t="0" r="0" b="0"/>
            <a:pathLst>
              <a:path w="1927919" h="2812494">
                <a:moveTo>
                  <a:pt x="1587698" y="2426910"/>
                </a:moveTo>
                <a:lnTo>
                  <a:pt x="1587698" y="2313503"/>
                </a:lnTo>
                <a:lnTo>
                  <a:pt x="1701105" y="2313503"/>
                </a:lnTo>
                <a:lnTo>
                  <a:pt x="1701105" y="2404228"/>
                </a:lnTo>
                <a:lnTo>
                  <a:pt x="1927919" y="2245459"/>
                </a:lnTo>
                <a:lnTo>
                  <a:pt x="1701105" y="2086689"/>
                </a:lnTo>
                <a:lnTo>
                  <a:pt x="1701105" y="2177414"/>
                </a:lnTo>
                <a:lnTo>
                  <a:pt x="1451609" y="2177414"/>
                </a:lnTo>
                <a:lnTo>
                  <a:pt x="1451609" y="2426910"/>
                </a:lnTo>
                <a:moveTo>
                  <a:pt x="136088" y="2426910"/>
                </a:moveTo>
                <a:lnTo>
                  <a:pt x="136088" y="340221"/>
                </a:lnTo>
                <a:cubicBezTo>
                  <a:pt x="136088" y="227481"/>
                  <a:pt x="227481" y="136088"/>
                  <a:pt x="340221" y="136088"/>
                </a:cubicBezTo>
                <a:lnTo>
                  <a:pt x="1247477" y="136088"/>
                </a:lnTo>
                <a:cubicBezTo>
                  <a:pt x="1360216" y="136088"/>
                  <a:pt x="1451609" y="227481"/>
                  <a:pt x="1451609" y="340221"/>
                </a:cubicBezTo>
                <a:lnTo>
                  <a:pt x="1451609" y="1256052"/>
                </a:lnTo>
                <a:cubicBezTo>
                  <a:pt x="1334218" y="1286266"/>
                  <a:pt x="1247477" y="1392830"/>
                  <a:pt x="1247477" y="1519654"/>
                </a:cubicBezTo>
                <a:cubicBezTo>
                  <a:pt x="1247477" y="1669973"/>
                  <a:pt x="1369334" y="1791831"/>
                  <a:pt x="1519654" y="1791831"/>
                </a:cubicBezTo>
                <a:cubicBezTo>
                  <a:pt x="1669973" y="1791831"/>
                  <a:pt x="1791831" y="1669973"/>
                  <a:pt x="1791831" y="1519654"/>
                </a:cubicBezTo>
                <a:cubicBezTo>
                  <a:pt x="1791831" y="1392830"/>
                  <a:pt x="1705089" y="1286266"/>
                  <a:pt x="1587698" y="1256052"/>
                </a:cubicBezTo>
                <a:lnTo>
                  <a:pt x="1587698" y="340221"/>
                </a:lnTo>
                <a:cubicBezTo>
                  <a:pt x="1587698" y="152322"/>
                  <a:pt x="1435376" y="0"/>
                  <a:pt x="1247477" y="0"/>
                </a:cubicBezTo>
                <a:lnTo>
                  <a:pt x="340221" y="0"/>
                </a:lnTo>
                <a:cubicBezTo>
                  <a:pt x="152322" y="0"/>
                  <a:pt x="0" y="152322"/>
                  <a:pt x="0" y="340221"/>
                </a:cubicBezTo>
                <a:lnTo>
                  <a:pt x="0" y="2197859"/>
                </a:lnTo>
                <a:lnTo>
                  <a:pt x="68044" y="2245459"/>
                </a:lnTo>
                <a:lnTo>
                  <a:pt x="0" y="2293084"/>
                </a:lnTo>
                <a:lnTo>
                  <a:pt x="0" y="2426910"/>
                </a:lnTo>
                <a:moveTo>
                  <a:pt x="136088" y="2472273"/>
                </a:moveTo>
                <a:lnTo>
                  <a:pt x="136088" y="2426910"/>
                </a:lnTo>
                <a:moveTo>
                  <a:pt x="1451609" y="2472273"/>
                </a:moveTo>
                <a:lnTo>
                  <a:pt x="1451609" y="2426910"/>
                </a:lnTo>
                <a:moveTo>
                  <a:pt x="1587698" y="2472273"/>
                </a:moveTo>
                <a:lnTo>
                  <a:pt x="1587698" y="2426910"/>
                </a:lnTo>
                <a:moveTo>
                  <a:pt x="0" y="2472273"/>
                </a:moveTo>
                <a:lnTo>
                  <a:pt x="0" y="2426910"/>
                </a:lnTo>
                <a:moveTo>
                  <a:pt x="136088" y="2472273"/>
                </a:moveTo>
                <a:cubicBezTo>
                  <a:pt x="136088" y="2585012"/>
                  <a:pt x="227481" y="2676405"/>
                  <a:pt x="340221" y="2676405"/>
                </a:cubicBezTo>
                <a:lnTo>
                  <a:pt x="1247477" y="2676405"/>
                </a:lnTo>
                <a:cubicBezTo>
                  <a:pt x="1360216" y="2676405"/>
                  <a:pt x="1451609" y="2585012"/>
                  <a:pt x="1451609" y="2472273"/>
                </a:cubicBezTo>
                <a:moveTo>
                  <a:pt x="1587698" y="2472273"/>
                </a:moveTo>
                <a:cubicBezTo>
                  <a:pt x="1587698" y="2660172"/>
                  <a:pt x="1435376" y="2812494"/>
                  <a:pt x="1247477" y="2812494"/>
                </a:cubicBezTo>
                <a:lnTo>
                  <a:pt x="340221" y="2812494"/>
                </a:lnTo>
                <a:cubicBezTo>
                  <a:pt x="152322" y="2812494"/>
                  <a:pt x="0" y="2660172"/>
                  <a:pt x="0" y="2472273"/>
                </a:cubicBez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31122" y="3092536"/>
            <a:ext cx="728307" cy="9525"/>
          </a:xfrm>
          <a:custGeom>
            <a:avLst/>
            <a:gdLst/>
            <a:ahLst/>
            <a:cxnLst/>
            <a:rect l="0" t="0" r="0" b="0"/>
            <a:pathLst>
              <a:path w="728307" h="9525">
                <a:moveTo>
                  <a:pt x="194215" y="0"/>
                </a:moveTo>
                <a:lnTo>
                  <a:pt x="242769" y="0"/>
                </a:lnTo>
                <a:moveTo>
                  <a:pt x="97108" y="0"/>
                </a:moveTo>
                <a:lnTo>
                  <a:pt x="145662" y="0"/>
                </a:lnTo>
                <a:moveTo>
                  <a:pt x="0" y="0"/>
                </a:moveTo>
                <a:lnTo>
                  <a:pt x="48554" y="0"/>
                </a:lnTo>
                <a:moveTo>
                  <a:pt x="291324" y="0"/>
                </a:moveTo>
                <a:lnTo>
                  <a:pt x="339877" y="0"/>
                </a:lnTo>
                <a:moveTo>
                  <a:pt x="388431" y="0"/>
                </a:moveTo>
                <a:lnTo>
                  <a:pt x="436985" y="0"/>
                </a:lnTo>
                <a:moveTo>
                  <a:pt x="485537" y="0"/>
                </a:moveTo>
                <a:lnTo>
                  <a:pt x="534091" y="0"/>
                </a:lnTo>
                <a:moveTo>
                  <a:pt x="582646" y="0"/>
                </a:moveTo>
                <a:lnTo>
                  <a:pt x="631200" y="0"/>
                </a:lnTo>
                <a:moveTo>
                  <a:pt x="679753" y="0"/>
                </a:moveTo>
                <a:lnTo>
                  <a:pt x="728307" y="0"/>
                </a:ln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50776" y="1573945"/>
            <a:ext cx="1927919" cy="2812494"/>
          </a:xfrm>
          <a:custGeom>
            <a:avLst/>
            <a:gdLst/>
            <a:ahLst/>
            <a:cxnLst/>
            <a:rect l="0" t="0" r="0" b="0"/>
            <a:pathLst>
              <a:path w="1927919" h="2812494">
                <a:moveTo>
                  <a:pt x="1587698" y="2426910"/>
                </a:moveTo>
                <a:lnTo>
                  <a:pt x="1587698" y="2313503"/>
                </a:lnTo>
                <a:lnTo>
                  <a:pt x="1701105" y="2313503"/>
                </a:lnTo>
                <a:lnTo>
                  <a:pt x="1701105" y="2404228"/>
                </a:lnTo>
                <a:lnTo>
                  <a:pt x="1927919" y="2245459"/>
                </a:lnTo>
                <a:lnTo>
                  <a:pt x="1701105" y="2086689"/>
                </a:lnTo>
                <a:lnTo>
                  <a:pt x="1701105" y="2177414"/>
                </a:lnTo>
                <a:lnTo>
                  <a:pt x="1451609" y="2177414"/>
                </a:lnTo>
                <a:lnTo>
                  <a:pt x="1451609" y="2426910"/>
                </a:lnTo>
                <a:moveTo>
                  <a:pt x="136088" y="2426910"/>
                </a:moveTo>
                <a:lnTo>
                  <a:pt x="136088" y="340221"/>
                </a:lnTo>
                <a:cubicBezTo>
                  <a:pt x="136088" y="227481"/>
                  <a:pt x="227481" y="136088"/>
                  <a:pt x="340221" y="136088"/>
                </a:cubicBezTo>
                <a:lnTo>
                  <a:pt x="1247477" y="136088"/>
                </a:lnTo>
                <a:cubicBezTo>
                  <a:pt x="1360216" y="136088"/>
                  <a:pt x="1451609" y="227481"/>
                  <a:pt x="1451609" y="340221"/>
                </a:cubicBezTo>
                <a:lnTo>
                  <a:pt x="1451609" y="1256052"/>
                </a:lnTo>
                <a:cubicBezTo>
                  <a:pt x="1334218" y="1286266"/>
                  <a:pt x="1247477" y="1392830"/>
                  <a:pt x="1247477" y="1519654"/>
                </a:cubicBezTo>
                <a:cubicBezTo>
                  <a:pt x="1247477" y="1669973"/>
                  <a:pt x="1369334" y="1791831"/>
                  <a:pt x="1519654" y="1791831"/>
                </a:cubicBezTo>
                <a:cubicBezTo>
                  <a:pt x="1669973" y="1791831"/>
                  <a:pt x="1791831" y="1669973"/>
                  <a:pt x="1791831" y="1519654"/>
                </a:cubicBezTo>
                <a:cubicBezTo>
                  <a:pt x="1791831" y="1392830"/>
                  <a:pt x="1705089" y="1286266"/>
                  <a:pt x="1587698" y="1256052"/>
                </a:cubicBezTo>
                <a:lnTo>
                  <a:pt x="1587698" y="340221"/>
                </a:lnTo>
                <a:cubicBezTo>
                  <a:pt x="1587698" y="152322"/>
                  <a:pt x="1435376" y="0"/>
                  <a:pt x="1247477" y="0"/>
                </a:cubicBezTo>
                <a:lnTo>
                  <a:pt x="340221" y="0"/>
                </a:lnTo>
                <a:cubicBezTo>
                  <a:pt x="152322" y="0"/>
                  <a:pt x="0" y="152322"/>
                  <a:pt x="0" y="340221"/>
                </a:cubicBezTo>
                <a:lnTo>
                  <a:pt x="0" y="2197859"/>
                </a:lnTo>
                <a:lnTo>
                  <a:pt x="68044" y="2245459"/>
                </a:lnTo>
                <a:lnTo>
                  <a:pt x="0" y="2293084"/>
                </a:lnTo>
                <a:lnTo>
                  <a:pt x="0" y="2426910"/>
                </a:lnTo>
                <a:moveTo>
                  <a:pt x="136088" y="2472273"/>
                </a:moveTo>
                <a:lnTo>
                  <a:pt x="136088" y="2426910"/>
                </a:lnTo>
                <a:moveTo>
                  <a:pt x="1451609" y="2472273"/>
                </a:moveTo>
                <a:lnTo>
                  <a:pt x="1451609" y="2426910"/>
                </a:lnTo>
                <a:moveTo>
                  <a:pt x="1587698" y="2472273"/>
                </a:moveTo>
                <a:lnTo>
                  <a:pt x="1587698" y="2426910"/>
                </a:lnTo>
                <a:moveTo>
                  <a:pt x="0" y="2472273"/>
                </a:moveTo>
                <a:lnTo>
                  <a:pt x="0" y="2426910"/>
                </a:lnTo>
                <a:moveTo>
                  <a:pt x="136088" y="2472273"/>
                </a:moveTo>
                <a:cubicBezTo>
                  <a:pt x="136088" y="2585012"/>
                  <a:pt x="227481" y="2676405"/>
                  <a:pt x="340221" y="2676405"/>
                </a:cubicBezTo>
                <a:lnTo>
                  <a:pt x="1247477" y="2676405"/>
                </a:lnTo>
                <a:cubicBezTo>
                  <a:pt x="1360216" y="2676405"/>
                  <a:pt x="1451609" y="2585012"/>
                  <a:pt x="1451609" y="2472273"/>
                </a:cubicBezTo>
                <a:moveTo>
                  <a:pt x="1587698" y="2472273"/>
                </a:moveTo>
                <a:cubicBezTo>
                  <a:pt x="1587698" y="2660172"/>
                  <a:pt x="1435376" y="2812494"/>
                  <a:pt x="1247477" y="2812494"/>
                </a:cubicBezTo>
                <a:lnTo>
                  <a:pt x="340221" y="2812494"/>
                </a:lnTo>
                <a:cubicBezTo>
                  <a:pt x="152322" y="2812494"/>
                  <a:pt x="0" y="2660172"/>
                  <a:pt x="0" y="2472273"/>
                </a:cubicBez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90997" y="3092536"/>
            <a:ext cx="728307" cy="9525"/>
          </a:xfrm>
          <a:custGeom>
            <a:avLst/>
            <a:gdLst/>
            <a:ahLst/>
            <a:cxnLst/>
            <a:rect l="0" t="0" r="0" b="0"/>
            <a:pathLst>
              <a:path w="728307" h="9525">
                <a:moveTo>
                  <a:pt x="194215" y="0"/>
                </a:moveTo>
                <a:lnTo>
                  <a:pt x="242769" y="0"/>
                </a:lnTo>
                <a:moveTo>
                  <a:pt x="97108" y="0"/>
                </a:moveTo>
                <a:lnTo>
                  <a:pt x="145662" y="0"/>
                </a:lnTo>
                <a:moveTo>
                  <a:pt x="0" y="0"/>
                </a:moveTo>
                <a:lnTo>
                  <a:pt x="48554" y="0"/>
                </a:lnTo>
                <a:moveTo>
                  <a:pt x="291324" y="0"/>
                </a:moveTo>
                <a:lnTo>
                  <a:pt x="339877" y="0"/>
                </a:lnTo>
                <a:moveTo>
                  <a:pt x="388431" y="0"/>
                </a:moveTo>
                <a:lnTo>
                  <a:pt x="436985" y="0"/>
                </a:lnTo>
                <a:moveTo>
                  <a:pt x="485537" y="0"/>
                </a:moveTo>
                <a:lnTo>
                  <a:pt x="534091" y="0"/>
                </a:lnTo>
                <a:moveTo>
                  <a:pt x="582646" y="0"/>
                </a:moveTo>
                <a:lnTo>
                  <a:pt x="631200" y="0"/>
                </a:lnTo>
                <a:moveTo>
                  <a:pt x="679753" y="0"/>
                </a:moveTo>
                <a:lnTo>
                  <a:pt x="728307" y="0"/>
                </a:ln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31025" y="1573945"/>
            <a:ext cx="1927919" cy="2812494"/>
          </a:xfrm>
          <a:custGeom>
            <a:avLst/>
            <a:gdLst/>
            <a:ahLst/>
            <a:cxnLst/>
            <a:rect l="0" t="0" r="0" b="0"/>
            <a:pathLst>
              <a:path w="1927919" h="2812494">
                <a:moveTo>
                  <a:pt x="1587698" y="2426910"/>
                </a:moveTo>
                <a:lnTo>
                  <a:pt x="1587698" y="2313503"/>
                </a:lnTo>
                <a:lnTo>
                  <a:pt x="1701105" y="2313503"/>
                </a:lnTo>
                <a:lnTo>
                  <a:pt x="1701105" y="2404228"/>
                </a:lnTo>
                <a:lnTo>
                  <a:pt x="1927919" y="2245459"/>
                </a:lnTo>
                <a:lnTo>
                  <a:pt x="1701105" y="2086689"/>
                </a:lnTo>
                <a:lnTo>
                  <a:pt x="1701105" y="2177414"/>
                </a:lnTo>
                <a:lnTo>
                  <a:pt x="1451609" y="2177414"/>
                </a:lnTo>
                <a:lnTo>
                  <a:pt x="1451609" y="2426910"/>
                </a:lnTo>
                <a:moveTo>
                  <a:pt x="136088" y="2426910"/>
                </a:moveTo>
                <a:lnTo>
                  <a:pt x="136088" y="340221"/>
                </a:lnTo>
                <a:cubicBezTo>
                  <a:pt x="136088" y="227481"/>
                  <a:pt x="227481" y="136088"/>
                  <a:pt x="340221" y="136088"/>
                </a:cubicBezTo>
                <a:lnTo>
                  <a:pt x="1247477" y="136088"/>
                </a:lnTo>
                <a:cubicBezTo>
                  <a:pt x="1360216" y="136088"/>
                  <a:pt x="1451609" y="227481"/>
                  <a:pt x="1451609" y="340221"/>
                </a:cubicBezTo>
                <a:lnTo>
                  <a:pt x="1451609" y="1256052"/>
                </a:lnTo>
                <a:cubicBezTo>
                  <a:pt x="1334218" y="1286266"/>
                  <a:pt x="1247477" y="1392830"/>
                  <a:pt x="1247477" y="1519654"/>
                </a:cubicBezTo>
                <a:cubicBezTo>
                  <a:pt x="1247477" y="1669973"/>
                  <a:pt x="1369334" y="1791831"/>
                  <a:pt x="1519654" y="1791831"/>
                </a:cubicBezTo>
                <a:cubicBezTo>
                  <a:pt x="1669973" y="1791831"/>
                  <a:pt x="1791831" y="1669973"/>
                  <a:pt x="1791831" y="1519654"/>
                </a:cubicBezTo>
                <a:cubicBezTo>
                  <a:pt x="1791831" y="1392830"/>
                  <a:pt x="1705089" y="1286266"/>
                  <a:pt x="1587698" y="1256052"/>
                </a:cubicBezTo>
                <a:lnTo>
                  <a:pt x="1587698" y="340221"/>
                </a:lnTo>
                <a:cubicBezTo>
                  <a:pt x="1587698" y="152322"/>
                  <a:pt x="1435376" y="0"/>
                  <a:pt x="1247477" y="0"/>
                </a:cubicBezTo>
                <a:lnTo>
                  <a:pt x="340221" y="0"/>
                </a:lnTo>
                <a:cubicBezTo>
                  <a:pt x="152322" y="0"/>
                  <a:pt x="0" y="152322"/>
                  <a:pt x="0" y="340221"/>
                </a:cubicBezTo>
                <a:lnTo>
                  <a:pt x="0" y="2197859"/>
                </a:lnTo>
                <a:lnTo>
                  <a:pt x="68044" y="2245459"/>
                </a:lnTo>
                <a:lnTo>
                  <a:pt x="0" y="2293084"/>
                </a:lnTo>
                <a:lnTo>
                  <a:pt x="0" y="2426910"/>
                </a:lnTo>
                <a:moveTo>
                  <a:pt x="136088" y="2472273"/>
                </a:moveTo>
                <a:lnTo>
                  <a:pt x="136088" y="2426910"/>
                </a:lnTo>
                <a:moveTo>
                  <a:pt x="1451609" y="2472273"/>
                </a:moveTo>
                <a:lnTo>
                  <a:pt x="1451609" y="2426910"/>
                </a:lnTo>
                <a:moveTo>
                  <a:pt x="1587698" y="2472273"/>
                </a:moveTo>
                <a:lnTo>
                  <a:pt x="1587698" y="2426910"/>
                </a:lnTo>
                <a:moveTo>
                  <a:pt x="0" y="2472273"/>
                </a:moveTo>
                <a:lnTo>
                  <a:pt x="0" y="2426910"/>
                </a:lnTo>
                <a:moveTo>
                  <a:pt x="136088" y="2472273"/>
                </a:moveTo>
                <a:cubicBezTo>
                  <a:pt x="136088" y="2585012"/>
                  <a:pt x="227481" y="2676405"/>
                  <a:pt x="340221" y="2676405"/>
                </a:cubicBezTo>
                <a:lnTo>
                  <a:pt x="1247477" y="2676405"/>
                </a:lnTo>
                <a:cubicBezTo>
                  <a:pt x="1360216" y="2676405"/>
                  <a:pt x="1451609" y="2585012"/>
                  <a:pt x="1451609" y="2472273"/>
                </a:cubicBezTo>
                <a:moveTo>
                  <a:pt x="1587698" y="2472273"/>
                </a:moveTo>
                <a:cubicBezTo>
                  <a:pt x="1587698" y="2660172"/>
                  <a:pt x="1435376" y="2812494"/>
                  <a:pt x="1247477" y="2812494"/>
                </a:cubicBezTo>
                <a:lnTo>
                  <a:pt x="340221" y="2812494"/>
                </a:lnTo>
                <a:cubicBezTo>
                  <a:pt x="152322" y="2812494"/>
                  <a:pt x="0" y="2660172"/>
                  <a:pt x="0" y="2472273"/>
                </a:cubicBez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71246" y="3092535"/>
            <a:ext cx="728307" cy="9525"/>
          </a:xfrm>
          <a:custGeom>
            <a:avLst/>
            <a:gdLst/>
            <a:ahLst/>
            <a:cxnLst/>
            <a:rect l="0" t="0" r="0" b="0"/>
            <a:pathLst>
              <a:path w="728307" h="9525">
                <a:moveTo>
                  <a:pt x="194215" y="0"/>
                </a:moveTo>
                <a:lnTo>
                  <a:pt x="242769" y="0"/>
                </a:lnTo>
                <a:moveTo>
                  <a:pt x="97108" y="0"/>
                </a:moveTo>
                <a:lnTo>
                  <a:pt x="145662" y="0"/>
                </a:lnTo>
                <a:moveTo>
                  <a:pt x="0" y="0"/>
                </a:moveTo>
                <a:lnTo>
                  <a:pt x="48554" y="0"/>
                </a:lnTo>
                <a:moveTo>
                  <a:pt x="291324" y="0"/>
                </a:moveTo>
                <a:lnTo>
                  <a:pt x="339877" y="0"/>
                </a:lnTo>
                <a:moveTo>
                  <a:pt x="388431" y="0"/>
                </a:moveTo>
                <a:lnTo>
                  <a:pt x="436985" y="0"/>
                </a:lnTo>
                <a:moveTo>
                  <a:pt x="485537" y="0"/>
                </a:moveTo>
                <a:lnTo>
                  <a:pt x="534091" y="0"/>
                </a:lnTo>
                <a:moveTo>
                  <a:pt x="582646" y="0"/>
                </a:moveTo>
                <a:lnTo>
                  <a:pt x="631200" y="0"/>
                </a:lnTo>
                <a:moveTo>
                  <a:pt x="679753" y="0"/>
                </a:moveTo>
                <a:lnTo>
                  <a:pt x="728307" y="0"/>
                </a:ln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1150" y="1573945"/>
            <a:ext cx="1927919" cy="2812494"/>
          </a:xfrm>
          <a:custGeom>
            <a:avLst/>
            <a:gdLst/>
            <a:ahLst/>
            <a:cxnLst/>
            <a:rect l="0" t="0" r="0" b="0"/>
            <a:pathLst>
              <a:path w="1927919" h="2812494">
                <a:moveTo>
                  <a:pt x="1587698" y="2426910"/>
                </a:moveTo>
                <a:lnTo>
                  <a:pt x="1587698" y="2313503"/>
                </a:lnTo>
                <a:lnTo>
                  <a:pt x="1701105" y="2313503"/>
                </a:lnTo>
                <a:lnTo>
                  <a:pt x="1701105" y="2404228"/>
                </a:lnTo>
                <a:lnTo>
                  <a:pt x="1927919" y="2245459"/>
                </a:lnTo>
                <a:lnTo>
                  <a:pt x="1701105" y="2086689"/>
                </a:lnTo>
                <a:lnTo>
                  <a:pt x="1701105" y="2177414"/>
                </a:lnTo>
                <a:lnTo>
                  <a:pt x="1451609" y="2177414"/>
                </a:lnTo>
                <a:lnTo>
                  <a:pt x="1451609" y="2426910"/>
                </a:lnTo>
                <a:moveTo>
                  <a:pt x="136088" y="2426910"/>
                </a:moveTo>
                <a:lnTo>
                  <a:pt x="136088" y="340221"/>
                </a:lnTo>
                <a:cubicBezTo>
                  <a:pt x="136088" y="227481"/>
                  <a:pt x="227481" y="136088"/>
                  <a:pt x="340221" y="136088"/>
                </a:cubicBezTo>
                <a:lnTo>
                  <a:pt x="1247477" y="136088"/>
                </a:lnTo>
                <a:cubicBezTo>
                  <a:pt x="1360216" y="136088"/>
                  <a:pt x="1451609" y="227481"/>
                  <a:pt x="1451609" y="340221"/>
                </a:cubicBezTo>
                <a:lnTo>
                  <a:pt x="1451609" y="1256052"/>
                </a:lnTo>
                <a:cubicBezTo>
                  <a:pt x="1334218" y="1286266"/>
                  <a:pt x="1247477" y="1392830"/>
                  <a:pt x="1247477" y="1519654"/>
                </a:cubicBezTo>
                <a:cubicBezTo>
                  <a:pt x="1247477" y="1669973"/>
                  <a:pt x="1369334" y="1791831"/>
                  <a:pt x="1519654" y="1791831"/>
                </a:cubicBezTo>
                <a:cubicBezTo>
                  <a:pt x="1669973" y="1791831"/>
                  <a:pt x="1791831" y="1669973"/>
                  <a:pt x="1791831" y="1519654"/>
                </a:cubicBezTo>
                <a:cubicBezTo>
                  <a:pt x="1791831" y="1392830"/>
                  <a:pt x="1705089" y="1286266"/>
                  <a:pt x="1587698" y="1256052"/>
                </a:cubicBezTo>
                <a:lnTo>
                  <a:pt x="1587698" y="340221"/>
                </a:lnTo>
                <a:cubicBezTo>
                  <a:pt x="1587698" y="152322"/>
                  <a:pt x="1435376" y="0"/>
                  <a:pt x="1247477" y="0"/>
                </a:cubicBezTo>
                <a:lnTo>
                  <a:pt x="340221" y="0"/>
                </a:lnTo>
                <a:cubicBezTo>
                  <a:pt x="152322" y="0"/>
                  <a:pt x="0" y="152322"/>
                  <a:pt x="0" y="340221"/>
                </a:cubicBezTo>
                <a:lnTo>
                  <a:pt x="0" y="2426910"/>
                </a:lnTo>
                <a:moveTo>
                  <a:pt x="136088" y="2472273"/>
                </a:moveTo>
                <a:lnTo>
                  <a:pt x="136088" y="2426910"/>
                </a:lnTo>
                <a:moveTo>
                  <a:pt x="1451609" y="2472273"/>
                </a:moveTo>
                <a:lnTo>
                  <a:pt x="1451609" y="2426910"/>
                </a:lnTo>
                <a:moveTo>
                  <a:pt x="1587698" y="2472273"/>
                </a:moveTo>
                <a:lnTo>
                  <a:pt x="1587698" y="2426910"/>
                </a:lnTo>
                <a:moveTo>
                  <a:pt x="0" y="2472273"/>
                </a:moveTo>
                <a:lnTo>
                  <a:pt x="0" y="2426910"/>
                </a:lnTo>
                <a:moveTo>
                  <a:pt x="136088" y="2472273"/>
                </a:moveTo>
                <a:cubicBezTo>
                  <a:pt x="136088" y="2585012"/>
                  <a:pt x="227481" y="2676405"/>
                  <a:pt x="340221" y="2676405"/>
                </a:cubicBezTo>
                <a:lnTo>
                  <a:pt x="1247477" y="2676405"/>
                </a:lnTo>
                <a:cubicBezTo>
                  <a:pt x="1360216" y="2676405"/>
                  <a:pt x="1451609" y="2585012"/>
                  <a:pt x="1451609" y="2472273"/>
                </a:cubicBezTo>
                <a:moveTo>
                  <a:pt x="1587698" y="2472273"/>
                </a:moveTo>
                <a:cubicBezTo>
                  <a:pt x="1587698" y="2660172"/>
                  <a:pt x="1435376" y="2812494"/>
                  <a:pt x="1247477" y="2812494"/>
                </a:cubicBezTo>
                <a:lnTo>
                  <a:pt x="340221" y="2812494"/>
                </a:lnTo>
                <a:cubicBezTo>
                  <a:pt x="152322" y="2812494"/>
                  <a:pt x="0" y="2660172"/>
                  <a:pt x="0" y="2472273"/>
                </a:cubicBez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11371" y="3092535"/>
            <a:ext cx="728307" cy="9525"/>
          </a:xfrm>
          <a:custGeom>
            <a:avLst/>
            <a:gdLst/>
            <a:ahLst/>
            <a:cxnLst/>
            <a:rect l="0" t="0" r="0" b="0"/>
            <a:pathLst>
              <a:path w="728307" h="9525">
                <a:moveTo>
                  <a:pt x="194215" y="0"/>
                </a:moveTo>
                <a:lnTo>
                  <a:pt x="242769" y="0"/>
                </a:lnTo>
                <a:moveTo>
                  <a:pt x="97108" y="0"/>
                </a:moveTo>
                <a:lnTo>
                  <a:pt x="145662" y="0"/>
                </a:lnTo>
                <a:moveTo>
                  <a:pt x="0" y="0"/>
                </a:moveTo>
                <a:lnTo>
                  <a:pt x="48554" y="0"/>
                </a:lnTo>
                <a:moveTo>
                  <a:pt x="291324" y="0"/>
                </a:moveTo>
                <a:lnTo>
                  <a:pt x="339877" y="0"/>
                </a:lnTo>
                <a:moveTo>
                  <a:pt x="388431" y="0"/>
                </a:moveTo>
                <a:lnTo>
                  <a:pt x="436985" y="0"/>
                </a:lnTo>
                <a:moveTo>
                  <a:pt x="485537" y="0"/>
                </a:moveTo>
                <a:lnTo>
                  <a:pt x="534091" y="0"/>
                </a:lnTo>
                <a:moveTo>
                  <a:pt x="582646" y="0"/>
                </a:moveTo>
                <a:lnTo>
                  <a:pt x="631200" y="0"/>
                </a:lnTo>
                <a:moveTo>
                  <a:pt x="679753" y="0"/>
                </a:moveTo>
                <a:lnTo>
                  <a:pt x="728307" y="0"/>
                </a:lnTo>
              </a:path>
            </a:pathLst>
          </a:custGeom>
          <a:noFill/>
          <a:ln w="56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99611" y="2065375"/>
            <a:ext cx="730100" cy="608885"/>
          </a:xfrm>
          <a:custGeom>
            <a:avLst/>
            <a:gdLst/>
            <a:ahLst/>
            <a:cxnLst/>
            <a:rect l="0" t="0" r="0" b="0"/>
            <a:pathLst>
              <a:path w="730100" h="608885">
                <a:moveTo>
                  <a:pt x="695934" y="310886"/>
                </a:moveTo>
                <a:cubicBezTo>
                  <a:pt x="705697" y="310962"/>
                  <a:pt x="714984" y="306666"/>
                  <a:pt x="721252" y="299170"/>
                </a:cubicBezTo>
                <a:cubicBezTo>
                  <a:pt x="727519" y="291684"/>
                  <a:pt x="730100" y="281778"/>
                  <a:pt x="728291" y="272176"/>
                </a:cubicBezTo>
                <a:lnTo>
                  <a:pt x="678694" y="24498"/>
                </a:lnTo>
                <a:cubicBezTo>
                  <a:pt x="675293" y="10448"/>
                  <a:pt x="662901" y="409"/>
                  <a:pt x="648452" y="0"/>
                </a:cubicBezTo>
                <a:lnTo>
                  <a:pt x="83229" y="0"/>
                </a:lnTo>
                <a:cubicBezTo>
                  <a:pt x="68780" y="409"/>
                  <a:pt x="56397" y="10448"/>
                  <a:pt x="52987" y="24498"/>
                </a:cubicBezTo>
                <a:lnTo>
                  <a:pt x="2486" y="272176"/>
                </a:lnTo>
                <a:cubicBezTo>
                  <a:pt x="0" y="281882"/>
                  <a:pt x="2238" y="292198"/>
                  <a:pt x="8534" y="299999"/>
                </a:cubicBezTo>
                <a:cubicBezTo>
                  <a:pt x="14620" y="307848"/>
                  <a:pt x="24003" y="312420"/>
                  <a:pt x="33937" y="312400"/>
                </a:cubicBezTo>
                <a:lnTo>
                  <a:pt x="97145" y="312400"/>
                </a:lnTo>
                <a:cubicBezTo>
                  <a:pt x="100517" y="312467"/>
                  <a:pt x="103822" y="311400"/>
                  <a:pt x="106518" y="309371"/>
                </a:cubicBezTo>
                <a:cubicBezTo>
                  <a:pt x="115566" y="302228"/>
                  <a:pt x="126739" y="298294"/>
                  <a:pt x="138274" y="298180"/>
                </a:cubicBezTo>
                <a:cubicBezTo>
                  <a:pt x="143122" y="298284"/>
                  <a:pt x="147637" y="295732"/>
                  <a:pt x="150066" y="291531"/>
                </a:cubicBezTo>
                <a:cubicBezTo>
                  <a:pt x="159867" y="275882"/>
                  <a:pt x="176964" y="266309"/>
                  <a:pt x="195424" y="266128"/>
                </a:cubicBezTo>
                <a:lnTo>
                  <a:pt x="201472" y="266128"/>
                </a:lnTo>
                <a:cubicBezTo>
                  <a:pt x="206225" y="266519"/>
                  <a:pt x="210893" y="264747"/>
                  <a:pt x="214179" y="261289"/>
                </a:cubicBezTo>
                <a:cubicBezTo>
                  <a:pt x="223904" y="252564"/>
                  <a:pt x="236496" y="247716"/>
                  <a:pt x="249564" y="247678"/>
                </a:cubicBezTo>
                <a:cubicBezTo>
                  <a:pt x="254469" y="247773"/>
                  <a:pt x="259346" y="248478"/>
                  <a:pt x="264080" y="249793"/>
                </a:cubicBezTo>
                <a:cubicBezTo>
                  <a:pt x="281768" y="254688"/>
                  <a:pt x="295636" y="268433"/>
                  <a:pt x="300675" y="286083"/>
                </a:cubicBezTo>
                <a:cubicBezTo>
                  <a:pt x="301780" y="290217"/>
                  <a:pt x="304657" y="293646"/>
                  <a:pt x="308533" y="295465"/>
                </a:cubicBezTo>
                <a:cubicBezTo>
                  <a:pt x="313896" y="298199"/>
                  <a:pt x="318706" y="301885"/>
                  <a:pt x="322745" y="306352"/>
                </a:cubicBezTo>
                <a:cubicBezTo>
                  <a:pt x="325574" y="309333"/>
                  <a:pt x="329526" y="310981"/>
                  <a:pt x="333632" y="310886"/>
                </a:cubicBezTo>
                <a:lnTo>
                  <a:pt x="421633" y="310886"/>
                </a:lnTo>
                <a:cubicBezTo>
                  <a:pt x="425748" y="310981"/>
                  <a:pt x="429701" y="309333"/>
                  <a:pt x="432520" y="306352"/>
                </a:cubicBezTo>
                <a:cubicBezTo>
                  <a:pt x="436559" y="301885"/>
                  <a:pt x="441378" y="298199"/>
                  <a:pt x="446741" y="295465"/>
                </a:cubicBezTo>
                <a:cubicBezTo>
                  <a:pt x="450542" y="293560"/>
                  <a:pt x="453389" y="290160"/>
                  <a:pt x="454599" y="286083"/>
                </a:cubicBezTo>
                <a:cubicBezTo>
                  <a:pt x="459638" y="268433"/>
                  <a:pt x="473506" y="254688"/>
                  <a:pt x="491194" y="249802"/>
                </a:cubicBezTo>
                <a:cubicBezTo>
                  <a:pt x="495928" y="248478"/>
                  <a:pt x="500805" y="247773"/>
                  <a:pt x="505710" y="247678"/>
                </a:cubicBezTo>
                <a:cubicBezTo>
                  <a:pt x="518779" y="247716"/>
                  <a:pt x="531371" y="252564"/>
                  <a:pt x="541096" y="261289"/>
                </a:cubicBezTo>
                <a:cubicBezTo>
                  <a:pt x="544315" y="264166"/>
                  <a:pt x="548582" y="265585"/>
                  <a:pt x="552888" y="265223"/>
                </a:cubicBezTo>
                <a:lnTo>
                  <a:pt x="558936" y="265223"/>
                </a:lnTo>
                <a:cubicBezTo>
                  <a:pt x="577395" y="265395"/>
                  <a:pt x="594502" y="274977"/>
                  <a:pt x="604294" y="290626"/>
                </a:cubicBezTo>
                <a:cubicBezTo>
                  <a:pt x="606723" y="294827"/>
                  <a:pt x="611247" y="297380"/>
                  <a:pt x="616096" y="297275"/>
                </a:cubicBezTo>
                <a:cubicBezTo>
                  <a:pt x="627116" y="297665"/>
                  <a:pt x="637717" y="301590"/>
                  <a:pt x="646337" y="308467"/>
                </a:cubicBezTo>
                <a:cubicBezTo>
                  <a:pt x="649033" y="310495"/>
                  <a:pt x="652338" y="311553"/>
                  <a:pt x="655710" y="311496"/>
                </a:cubicBezTo>
                <a:lnTo>
                  <a:pt x="695934" y="310886"/>
                </a:lnTo>
                <a:moveTo>
                  <a:pt x="123453" y="204130"/>
                </a:moveTo>
                <a:lnTo>
                  <a:pt x="93211" y="204130"/>
                </a:lnTo>
                <a:cubicBezTo>
                  <a:pt x="80686" y="204130"/>
                  <a:pt x="70532" y="193976"/>
                  <a:pt x="70532" y="181451"/>
                </a:cubicBezTo>
                <a:cubicBezTo>
                  <a:pt x="70532" y="168925"/>
                  <a:pt x="80686" y="158772"/>
                  <a:pt x="93211" y="158772"/>
                </a:cubicBezTo>
                <a:lnTo>
                  <a:pt x="123453" y="158772"/>
                </a:lnTo>
                <a:cubicBezTo>
                  <a:pt x="135978" y="158772"/>
                  <a:pt x="146132" y="168925"/>
                  <a:pt x="146132" y="181451"/>
                </a:cubicBezTo>
                <a:cubicBezTo>
                  <a:pt x="146132" y="193976"/>
                  <a:pt x="135978" y="204130"/>
                  <a:pt x="123453" y="204130"/>
                </a:cubicBezTo>
                <a:moveTo>
                  <a:pt x="168811" y="113404"/>
                </a:moveTo>
                <a:lnTo>
                  <a:pt x="138579" y="113404"/>
                </a:lnTo>
                <a:cubicBezTo>
                  <a:pt x="126044" y="113404"/>
                  <a:pt x="115890" y="103251"/>
                  <a:pt x="115890" y="90725"/>
                </a:cubicBezTo>
                <a:cubicBezTo>
                  <a:pt x="115890" y="78200"/>
                  <a:pt x="126044" y="68046"/>
                  <a:pt x="138579" y="68046"/>
                </a:cubicBezTo>
                <a:lnTo>
                  <a:pt x="168811" y="68046"/>
                </a:lnTo>
                <a:cubicBezTo>
                  <a:pt x="181346" y="68046"/>
                  <a:pt x="191500" y="78200"/>
                  <a:pt x="191500" y="90725"/>
                </a:cubicBezTo>
                <a:cubicBezTo>
                  <a:pt x="191500" y="103251"/>
                  <a:pt x="181346" y="113404"/>
                  <a:pt x="168811" y="113404"/>
                </a:cubicBezTo>
                <a:moveTo>
                  <a:pt x="244421" y="204130"/>
                </a:moveTo>
                <a:lnTo>
                  <a:pt x="214179" y="204130"/>
                </a:lnTo>
                <a:cubicBezTo>
                  <a:pt x="201653" y="204130"/>
                  <a:pt x="191500" y="193976"/>
                  <a:pt x="191500" y="181451"/>
                </a:cubicBezTo>
                <a:cubicBezTo>
                  <a:pt x="191500" y="168925"/>
                  <a:pt x="201653" y="158772"/>
                  <a:pt x="214179" y="158772"/>
                </a:cubicBezTo>
                <a:lnTo>
                  <a:pt x="244421" y="158772"/>
                </a:lnTo>
                <a:cubicBezTo>
                  <a:pt x="256946" y="158772"/>
                  <a:pt x="267100" y="168925"/>
                  <a:pt x="267100" y="181451"/>
                </a:cubicBezTo>
                <a:cubicBezTo>
                  <a:pt x="267100" y="193976"/>
                  <a:pt x="256946" y="204130"/>
                  <a:pt x="244421" y="204130"/>
                </a:cubicBezTo>
                <a:moveTo>
                  <a:pt x="327583" y="90725"/>
                </a:moveTo>
                <a:cubicBezTo>
                  <a:pt x="327421" y="103184"/>
                  <a:pt x="317363" y="113242"/>
                  <a:pt x="304904" y="113404"/>
                </a:cubicBezTo>
                <a:lnTo>
                  <a:pt x="274662" y="113404"/>
                </a:lnTo>
                <a:cubicBezTo>
                  <a:pt x="262137" y="113404"/>
                  <a:pt x="251983" y="103251"/>
                  <a:pt x="251983" y="90725"/>
                </a:cubicBezTo>
                <a:cubicBezTo>
                  <a:pt x="251983" y="78200"/>
                  <a:pt x="262137" y="68046"/>
                  <a:pt x="274662" y="68046"/>
                </a:cubicBezTo>
                <a:lnTo>
                  <a:pt x="304904" y="68046"/>
                </a:lnTo>
                <a:cubicBezTo>
                  <a:pt x="317363" y="68208"/>
                  <a:pt x="327421" y="78266"/>
                  <a:pt x="327583" y="90725"/>
                </a:cubicBezTo>
                <a:moveTo>
                  <a:pt x="403193" y="181451"/>
                </a:moveTo>
                <a:cubicBezTo>
                  <a:pt x="403193" y="193976"/>
                  <a:pt x="393039" y="204130"/>
                  <a:pt x="380514" y="204130"/>
                </a:cubicBezTo>
                <a:lnTo>
                  <a:pt x="350272" y="204130"/>
                </a:lnTo>
                <a:cubicBezTo>
                  <a:pt x="337737" y="204130"/>
                  <a:pt x="327583" y="193976"/>
                  <a:pt x="327583" y="181451"/>
                </a:cubicBezTo>
                <a:cubicBezTo>
                  <a:pt x="327583" y="168925"/>
                  <a:pt x="337737" y="158772"/>
                  <a:pt x="350272" y="158772"/>
                </a:cubicBezTo>
                <a:lnTo>
                  <a:pt x="380514" y="158772"/>
                </a:lnTo>
                <a:cubicBezTo>
                  <a:pt x="392963" y="158934"/>
                  <a:pt x="403031" y="168992"/>
                  <a:pt x="403193" y="181451"/>
                </a:cubicBezTo>
                <a:moveTo>
                  <a:pt x="410746" y="113404"/>
                </a:moveTo>
                <a:cubicBezTo>
                  <a:pt x="398221" y="113404"/>
                  <a:pt x="388067" y="103251"/>
                  <a:pt x="388067" y="90725"/>
                </a:cubicBezTo>
                <a:cubicBezTo>
                  <a:pt x="388067" y="78200"/>
                  <a:pt x="398221" y="68046"/>
                  <a:pt x="410746" y="68046"/>
                </a:cubicBezTo>
                <a:lnTo>
                  <a:pt x="440988" y="68046"/>
                </a:lnTo>
                <a:cubicBezTo>
                  <a:pt x="453523" y="68046"/>
                  <a:pt x="463676" y="78200"/>
                  <a:pt x="463676" y="90725"/>
                </a:cubicBezTo>
                <a:cubicBezTo>
                  <a:pt x="463676" y="103251"/>
                  <a:pt x="453523" y="113404"/>
                  <a:pt x="440988" y="113404"/>
                </a:cubicBezTo>
                <a:lnTo>
                  <a:pt x="410746" y="113404"/>
                </a:lnTo>
                <a:moveTo>
                  <a:pt x="524160" y="181451"/>
                </a:moveTo>
                <a:cubicBezTo>
                  <a:pt x="524160" y="193976"/>
                  <a:pt x="514007" y="204130"/>
                  <a:pt x="501481" y="204130"/>
                </a:cubicBezTo>
                <a:lnTo>
                  <a:pt x="471230" y="204130"/>
                </a:lnTo>
                <a:cubicBezTo>
                  <a:pt x="458704" y="204130"/>
                  <a:pt x="448551" y="193976"/>
                  <a:pt x="448551" y="181451"/>
                </a:cubicBezTo>
                <a:cubicBezTo>
                  <a:pt x="448551" y="168925"/>
                  <a:pt x="458704" y="158772"/>
                  <a:pt x="471230" y="158772"/>
                </a:cubicBezTo>
                <a:lnTo>
                  <a:pt x="501481" y="158772"/>
                </a:lnTo>
                <a:cubicBezTo>
                  <a:pt x="513930" y="158934"/>
                  <a:pt x="523998" y="168992"/>
                  <a:pt x="524160" y="181451"/>
                </a:cubicBezTo>
                <a:moveTo>
                  <a:pt x="539276" y="90725"/>
                </a:moveTo>
                <a:cubicBezTo>
                  <a:pt x="539438" y="78266"/>
                  <a:pt x="549506" y="68208"/>
                  <a:pt x="561955" y="68046"/>
                </a:cubicBezTo>
                <a:lnTo>
                  <a:pt x="592197" y="68046"/>
                </a:lnTo>
                <a:cubicBezTo>
                  <a:pt x="604732" y="68046"/>
                  <a:pt x="614886" y="78200"/>
                  <a:pt x="614886" y="90725"/>
                </a:cubicBezTo>
                <a:cubicBezTo>
                  <a:pt x="614886" y="103251"/>
                  <a:pt x="604732" y="113404"/>
                  <a:pt x="592197" y="113404"/>
                </a:cubicBezTo>
                <a:lnTo>
                  <a:pt x="561955" y="113404"/>
                </a:lnTo>
                <a:cubicBezTo>
                  <a:pt x="549506" y="113242"/>
                  <a:pt x="539438" y="103184"/>
                  <a:pt x="539276" y="90725"/>
                </a:cubicBezTo>
                <a:moveTo>
                  <a:pt x="645128" y="181451"/>
                </a:moveTo>
                <a:cubicBezTo>
                  <a:pt x="645128" y="193976"/>
                  <a:pt x="634974" y="204130"/>
                  <a:pt x="622449" y="204130"/>
                </a:cubicBezTo>
                <a:lnTo>
                  <a:pt x="592197" y="204130"/>
                </a:lnTo>
                <a:cubicBezTo>
                  <a:pt x="579672" y="204130"/>
                  <a:pt x="569518" y="193976"/>
                  <a:pt x="569518" y="181451"/>
                </a:cubicBezTo>
                <a:cubicBezTo>
                  <a:pt x="569518" y="168925"/>
                  <a:pt x="579672" y="158772"/>
                  <a:pt x="592197" y="158772"/>
                </a:cubicBezTo>
                <a:lnTo>
                  <a:pt x="622449" y="158772"/>
                </a:lnTo>
                <a:cubicBezTo>
                  <a:pt x="634898" y="158934"/>
                  <a:pt x="644966" y="168992"/>
                  <a:pt x="645128" y="181451"/>
                </a:cubicBezTo>
                <a:moveTo>
                  <a:pt x="592807" y="356244"/>
                </a:moveTo>
                <a:lnTo>
                  <a:pt x="580110" y="311496"/>
                </a:lnTo>
                <a:cubicBezTo>
                  <a:pt x="576595" y="299208"/>
                  <a:pt x="563803" y="292103"/>
                  <a:pt x="551526" y="295608"/>
                </a:cubicBezTo>
                <a:cubicBezTo>
                  <a:pt x="539248" y="299123"/>
                  <a:pt x="532142" y="311915"/>
                  <a:pt x="535647" y="324192"/>
                </a:cubicBezTo>
                <a:lnTo>
                  <a:pt x="527180" y="293951"/>
                </a:lnTo>
                <a:cubicBezTo>
                  <a:pt x="523265" y="281168"/>
                  <a:pt x="509720" y="273996"/>
                  <a:pt x="496938" y="277920"/>
                </a:cubicBezTo>
                <a:cubicBezTo>
                  <a:pt x="484698" y="281578"/>
                  <a:pt x="477593" y="294312"/>
                  <a:pt x="480907" y="306657"/>
                </a:cubicBezTo>
                <a:lnTo>
                  <a:pt x="489384" y="336899"/>
                </a:lnTo>
                <a:cubicBezTo>
                  <a:pt x="485727" y="324812"/>
                  <a:pt x="473125" y="317839"/>
                  <a:pt x="460952" y="321173"/>
                </a:cubicBezTo>
                <a:cubicBezTo>
                  <a:pt x="455047" y="322792"/>
                  <a:pt x="450027" y="326707"/>
                  <a:pt x="447017" y="332041"/>
                </a:cubicBezTo>
                <a:cubicBezTo>
                  <a:pt x="444007" y="337385"/>
                  <a:pt x="443255" y="343700"/>
                  <a:pt x="444922" y="349596"/>
                </a:cubicBezTo>
                <a:lnTo>
                  <a:pt x="484536" y="483869"/>
                </a:lnTo>
                <a:cubicBezTo>
                  <a:pt x="485536" y="486737"/>
                  <a:pt x="484555" y="489918"/>
                  <a:pt x="482117" y="491737"/>
                </a:cubicBezTo>
                <a:cubicBezTo>
                  <a:pt x="479707" y="493204"/>
                  <a:pt x="476678" y="493204"/>
                  <a:pt x="474259" y="491737"/>
                </a:cubicBezTo>
                <a:lnTo>
                  <a:pt x="452180" y="483869"/>
                </a:lnTo>
                <a:cubicBezTo>
                  <a:pt x="444112" y="481041"/>
                  <a:pt x="435149" y="484127"/>
                  <a:pt x="430539" y="491337"/>
                </a:cubicBezTo>
                <a:cubicBezTo>
                  <a:pt x="425929" y="498538"/>
                  <a:pt x="426881" y="507968"/>
                  <a:pt x="432825" y="514111"/>
                </a:cubicBezTo>
                <a:cubicBezTo>
                  <a:pt x="432825" y="514111"/>
                  <a:pt x="467610" y="552516"/>
                  <a:pt x="504805" y="585482"/>
                </a:cubicBezTo>
                <a:cubicBezTo>
                  <a:pt x="524770" y="602656"/>
                  <a:pt x="551926" y="608885"/>
                  <a:pt x="577386" y="602113"/>
                </a:cubicBezTo>
                <a:lnTo>
                  <a:pt x="626983" y="587902"/>
                </a:lnTo>
                <a:cubicBezTo>
                  <a:pt x="667921" y="576043"/>
                  <a:pt x="691572" y="533333"/>
                  <a:pt x="679904" y="492337"/>
                </a:cubicBezTo>
                <a:lnTo>
                  <a:pt x="637565" y="343852"/>
                </a:lnTo>
                <a:cubicBezTo>
                  <a:pt x="633774" y="331717"/>
                  <a:pt x="621153" y="324669"/>
                  <a:pt x="608837" y="327821"/>
                </a:cubicBezTo>
                <a:cubicBezTo>
                  <a:pt x="596636" y="331346"/>
                  <a:pt x="589502" y="343985"/>
                  <a:pt x="592807" y="356244"/>
                </a:cubicBezTo>
                <a:moveTo>
                  <a:pt x="161258" y="355949"/>
                </a:moveTo>
                <a:lnTo>
                  <a:pt x="173955" y="311191"/>
                </a:lnTo>
                <a:cubicBezTo>
                  <a:pt x="177469" y="298913"/>
                  <a:pt x="190261" y="291807"/>
                  <a:pt x="202539" y="295313"/>
                </a:cubicBezTo>
                <a:cubicBezTo>
                  <a:pt x="214807" y="298818"/>
                  <a:pt x="221913" y="311619"/>
                  <a:pt x="218408" y="323888"/>
                </a:cubicBezTo>
                <a:lnTo>
                  <a:pt x="226875" y="293646"/>
                </a:lnTo>
                <a:cubicBezTo>
                  <a:pt x="230790" y="281635"/>
                  <a:pt x="243382" y="274739"/>
                  <a:pt x="255612" y="277920"/>
                </a:cubicBezTo>
                <a:cubicBezTo>
                  <a:pt x="267814" y="281444"/>
                  <a:pt x="274939" y="294093"/>
                  <a:pt x="271633" y="306352"/>
                </a:cubicBezTo>
                <a:lnTo>
                  <a:pt x="263166" y="336594"/>
                </a:lnTo>
                <a:cubicBezTo>
                  <a:pt x="266823" y="324497"/>
                  <a:pt x="279358" y="317430"/>
                  <a:pt x="291598" y="320563"/>
                </a:cubicBezTo>
                <a:cubicBezTo>
                  <a:pt x="297932" y="322135"/>
                  <a:pt x="303304" y="326336"/>
                  <a:pt x="306362" y="332108"/>
                </a:cubicBezTo>
                <a:cubicBezTo>
                  <a:pt x="309419" y="337880"/>
                  <a:pt x="309886" y="344671"/>
                  <a:pt x="307628" y="350805"/>
                </a:cubicBezTo>
                <a:lnTo>
                  <a:pt x="269519" y="483869"/>
                </a:lnTo>
                <a:cubicBezTo>
                  <a:pt x="268757" y="486651"/>
                  <a:pt x="269709" y="489613"/>
                  <a:pt x="271938" y="491432"/>
                </a:cubicBezTo>
                <a:cubicBezTo>
                  <a:pt x="274310" y="493052"/>
                  <a:pt x="277434" y="493052"/>
                  <a:pt x="279806" y="491432"/>
                </a:cubicBezTo>
                <a:lnTo>
                  <a:pt x="301875" y="483869"/>
                </a:lnTo>
                <a:cubicBezTo>
                  <a:pt x="309838" y="481612"/>
                  <a:pt x="318335" y="484832"/>
                  <a:pt x="322792" y="491804"/>
                </a:cubicBezTo>
                <a:cubicBezTo>
                  <a:pt x="327250" y="498767"/>
                  <a:pt x="326621" y="507834"/>
                  <a:pt x="321240" y="514111"/>
                </a:cubicBezTo>
                <a:cubicBezTo>
                  <a:pt x="321240" y="514111"/>
                  <a:pt x="286454" y="552221"/>
                  <a:pt x="249564" y="585177"/>
                </a:cubicBezTo>
                <a:cubicBezTo>
                  <a:pt x="229647" y="602456"/>
                  <a:pt x="202434" y="608695"/>
                  <a:pt x="176984" y="601818"/>
                </a:cubicBezTo>
                <a:lnTo>
                  <a:pt x="127682" y="587597"/>
                </a:lnTo>
                <a:cubicBezTo>
                  <a:pt x="107918" y="582034"/>
                  <a:pt x="91192" y="568823"/>
                  <a:pt x="81200" y="550887"/>
                </a:cubicBezTo>
                <a:cubicBezTo>
                  <a:pt x="71208" y="532952"/>
                  <a:pt x="68780" y="511768"/>
                  <a:pt x="74456" y="492032"/>
                </a:cubicBezTo>
                <a:lnTo>
                  <a:pt x="116795" y="343547"/>
                </a:lnTo>
                <a:cubicBezTo>
                  <a:pt x="120586" y="331412"/>
                  <a:pt x="133216" y="324364"/>
                  <a:pt x="145532" y="327517"/>
                </a:cubicBezTo>
                <a:cubicBezTo>
                  <a:pt x="157610" y="331165"/>
                  <a:pt x="164582" y="343776"/>
                  <a:pt x="161258" y="35594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67411" y="2009825"/>
            <a:ext cx="713593" cy="716727"/>
          </a:xfrm>
          <a:custGeom>
            <a:avLst/>
            <a:gdLst/>
            <a:ahLst/>
            <a:cxnLst/>
            <a:rect l="0" t="0" r="0" b="0"/>
            <a:pathLst>
              <a:path w="713593" h="716727">
                <a:moveTo>
                  <a:pt x="102041" y="100460"/>
                </a:moveTo>
                <a:cubicBezTo>
                  <a:pt x="44548" y="100460"/>
                  <a:pt x="4362" y="73847"/>
                  <a:pt x="4362" y="50253"/>
                </a:cubicBezTo>
                <a:cubicBezTo>
                  <a:pt x="4362" y="26641"/>
                  <a:pt x="44548" y="0"/>
                  <a:pt x="102041" y="0"/>
                </a:cubicBezTo>
                <a:cubicBezTo>
                  <a:pt x="159562" y="0"/>
                  <a:pt x="199482" y="26612"/>
                  <a:pt x="199482" y="50225"/>
                </a:cubicBezTo>
                <a:cubicBezTo>
                  <a:pt x="199482" y="73818"/>
                  <a:pt x="159562" y="100431"/>
                  <a:pt x="102041" y="100431"/>
                </a:cubicBezTo>
                <a:moveTo>
                  <a:pt x="199482" y="119272"/>
                </a:moveTo>
                <a:cubicBezTo>
                  <a:pt x="199443" y="117014"/>
                  <a:pt x="198196" y="114957"/>
                  <a:pt x="196224" y="113871"/>
                </a:cubicBezTo>
                <a:cubicBezTo>
                  <a:pt x="194252" y="112785"/>
                  <a:pt x="191852" y="112833"/>
                  <a:pt x="189928" y="114004"/>
                </a:cubicBezTo>
                <a:cubicBezTo>
                  <a:pt x="163258" y="129454"/>
                  <a:pt x="132854" y="137274"/>
                  <a:pt x="102041" y="136598"/>
                </a:cubicBezTo>
                <a:cubicBezTo>
                  <a:pt x="71227" y="137312"/>
                  <a:pt x="40814" y="129492"/>
                  <a:pt x="14154" y="114004"/>
                </a:cubicBezTo>
                <a:cubicBezTo>
                  <a:pt x="12125" y="112890"/>
                  <a:pt x="9658" y="112890"/>
                  <a:pt x="7629" y="114004"/>
                </a:cubicBezTo>
                <a:cubicBezTo>
                  <a:pt x="5638" y="115147"/>
                  <a:pt x="4400" y="117252"/>
                  <a:pt x="4362" y="119538"/>
                </a:cubicBezTo>
                <a:lnTo>
                  <a:pt x="4362" y="200891"/>
                </a:lnTo>
                <a:cubicBezTo>
                  <a:pt x="4362" y="224485"/>
                  <a:pt x="44548" y="251098"/>
                  <a:pt x="102041" y="251098"/>
                </a:cubicBezTo>
                <a:cubicBezTo>
                  <a:pt x="159562" y="251098"/>
                  <a:pt x="199482" y="225990"/>
                  <a:pt x="199482" y="200891"/>
                </a:cubicBezTo>
                <a:lnTo>
                  <a:pt x="199482" y="119272"/>
                </a:lnTo>
                <a:moveTo>
                  <a:pt x="101917" y="291588"/>
                </a:moveTo>
                <a:cubicBezTo>
                  <a:pt x="85220" y="291588"/>
                  <a:pt x="71675" y="305123"/>
                  <a:pt x="71675" y="321830"/>
                </a:cubicBezTo>
                <a:lnTo>
                  <a:pt x="71675" y="378952"/>
                </a:lnTo>
                <a:cubicBezTo>
                  <a:pt x="71675" y="388048"/>
                  <a:pt x="75761" y="396649"/>
                  <a:pt x="82810" y="402393"/>
                </a:cubicBezTo>
                <a:lnTo>
                  <a:pt x="138903" y="448084"/>
                </a:lnTo>
                <a:cubicBezTo>
                  <a:pt x="151847" y="458647"/>
                  <a:pt x="170897" y="456704"/>
                  <a:pt x="181460" y="443760"/>
                </a:cubicBezTo>
                <a:cubicBezTo>
                  <a:pt x="192014" y="430825"/>
                  <a:pt x="190071" y="411765"/>
                  <a:pt x="177126" y="401212"/>
                </a:cubicBezTo>
                <a:lnTo>
                  <a:pt x="132159" y="364588"/>
                </a:lnTo>
                <a:lnTo>
                  <a:pt x="132159" y="321830"/>
                </a:lnTo>
                <a:cubicBezTo>
                  <a:pt x="132159" y="305123"/>
                  <a:pt x="118624" y="291588"/>
                  <a:pt x="101917" y="291588"/>
                </a:cubicBezTo>
                <a:moveTo>
                  <a:pt x="616029" y="291588"/>
                </a:moveTo>
                <a:cubicBezTo>
                  <a:pt x="632736" y="291588"/>
                  <a:pt x="646271" y="305123"/>
                  <a:pt x="646271" y="321830"/>
                </a:cubicBezTo>
                <a:lnTo>
                  <a:pt x="646271" y="378952"/>
                </a:lnTo>
                <a:cubicBezTo>
                  <a:pt x="646271" y="388048"/>
                  <a:pt x="642185" y="396649"/>
                  <a:pt x="635146" y="402393"/>
                </a:cubicBezTo>
                <a:lnTo>
                  <a:pt x="579043" y="448084"/>
                </a:lnTo>
                <a:cubicBezTo>
                  <a:pt x="566070" y="458152"/>
                  <a:pt x="547439" y="456018"/>
                  <a:pt x="537067" y="443293"/>
                </a:cubicBezTo>
                <a:cubicBezTo>
                  <a:pt x="526694" y="430568"/>
                  <a:pt x="528380" y="411889"/>
                  <a:pt x="540848" y="401212"/>
                </a:cubicBezTo>
                <a:lnTo>
                  <a:pt x="585787" y="364588"/>
                </a:lnTo>
                <a:lnTo>
                  <a:pt x="585787" y="321830"/>
                </a:lnTo>
                <a:cubicBezTo>
                  <a:pt x="585787" y="305123"/>
                  <a:pt x="599332" y="291588"/>
                  <a:pt x="616029" y="291588"/>
                </a:cubicBezTo>
                <a:moveTo>
                  <a:pt x="387705" y="321830"/>
                </a:moveTo>
                <a:cubicBezTo>
                  <a:pt x="387705" y="305123"/>
                  <a:pt x="374170" y="291588"/>
                  <a:pt x="357463" y="291588"/>
                </a:cubicBezTo>
                <a:cubicBezTo>
                  <a:pt x="340756" y="291588"/>
                  <a:pt x="327221" y="305123"/>
                  <a:pt x="327221" y="321830"/>
                </a:cubicBezTo>
                <a:lnTo>
                  <a:pt x="327221" y="366493"/>
                </a:lnTo>
                <a:cubicBezTo>
                  <a:pt x="327221" y="383200"/>
                  <a:pt x="340756" y="396735"/>
                  <a:pt x="357463" y="396735"/>
                </a:cubicBezTo>
                <a:cubicBezTo>
                  <a:pt x="374170" y="396735"/>
                  <a:pt x="387705" y="383200"/>
                  <a:pt x="387705" y="366493"/>
                </a:cubicBezTo>
                <a:lnTo>
                  <a:pt x="387705" y="321830"/>
                </a:lnTo>
                <a:moveTo>
                  <a:pt x="454113" y="116157"/>
                </a:moveTo>
                <a:cubicBezTo>
                  <a:pt x="454685" y="117100"/>
                  <a:pt x="454999" y="118167"/>
                  <a:pt x="455028" y="119272"/>
                </a:cubicBezTo>
                <a:lnTo>
                  <a:pt x="455028" y="200920"/>
                </a:lnTo>
                <a:cubicBezTo>
                  <a:pt x="455028" y="226018"/>
                  <a:pt x="415109" y="251126"/>
                  <a:pt x="357587" y="251126"/>
                </a:cubicBezTo>
                <a:cubicBezTo>
                  <a:pt x="300094" y="251126"/>
                  <a:pt x="259899" y="224513"/>
                  <a:pt x="259899" y="200920"/>
                </a:cubicBezTo>
                <a:lnTo>
                  <a:pt x="259899" y="119510"/>
                </a:lnTo>
                <a:cubicBezTo>
                  <a:pt x="259946" y="117224"/>
                  <a:pt x="261185" y="115119"/>
                  <a:pt x="263166" y="113976"/>
                </a:cubicBezTo>
                <a:cubicBezTo>
                  <a:pt x="265204" y="112861"/>
                  <a:pt x="267671" y="112861"/>
                  <a:pt x="269700" y="113976"/>
                </a:cubicBezTo>
                <a:cubicBezTo>
                  <a:pt x="296351" y="129463"/>
                  <a:pt x="326764" y="137283"/>
                  <a:pt x="357587" y="136569"/>
                </a:cubicBezTo>
                <a:cubicBezTo>
                  <a:pt x="388400" y="137245"/>
                  <a:pt x="418804" y="129425"/>
                  <a:pt x="445465" y="113976"/>
                </a:cubicBezTo>
                <a:cubicBezTo>
                  <a:pt x="446893" y="113109"/>
                  <a:pt x="448608" y="112842"/>
                  <a:pt x="450227" y="113242"/>
                </a:cubicBezTo>
                <a:cubicBezTo>
                  <a:pt x="451856" y="113642"/>
                  <a:pt x="453247" y="114661"/>
                  <a:pt x="454113" y="116090"/>
                </a:cubicBezTo>
                <a:moveTo>
                  <a:pt x="713593" y="119272"/>
                </a:moveTo>
                <a:cubicBezTo>
                  <a:pt x="713555" y="117014"/>
                  <a:pt x="712308" y="114957"/>
                  <a:pt x="710336" y="113871"/>
                </a:cubicBezTo>
                <a:cubicBezTo>
                  <a:pt x="708364" y="112785"/>
                  <a:pt x="705964" y="112833"/>
                  <a:pt x="704040" y="114004"/>
                </a:cubicBezTo>
                <a:cubicBezTo>
                  <a:pt x="677370" y="129454"/>
                  <a:pt x="646966" y="137274"/>
                  <a:pt x="616153" y="136598"/>
                </a:cubicBezTo>
                <a:cubicBezTo>
                  <a:pt x="585339" y="137312"/>
                  <a:pt x="554926" y="129492"/>
                  <a:pt x="528266" y="114004"/>
                </a:cubicBezTo>
                <a:cubicBezTo>
                  <a:pt x="526237" y="112890"/>
                  <a:pt x="523770" y="112890"/>
                  <a:pt x="521741" y="114004"/>
                </a:cubicBezTo>
                <a:cubicBezTo>
                  <a:pt x="519750" y="115147"/>
                  <a:pt x="518512" y="117252"/>
                  <a:pt x="518474" y="119538"/>
                </a:cubicBezTo>
                <a:lnTo>
                  <a:pt x="518474" y="200891"/>
                </a:lnTo>
                <a:cubicBezTo>
                  <a:pt x="518474" y="224485"/>
                  <a:pt x="558660" y="251098"/>
                  <a:pt x="616153" y="251098"/>
                </a:cubicBezTo>
                <a:cubicBezTo>
                  <a:pt x="673674" y="251098"/>
                  <a:pt x="713593" y="225990"/>
                  <a:pt x="713593" y="200891"/>
                </a:cubicBezTo>
                <a:lnTo>
                  <a:pt x="713593" y="119272"/>
                </a:lnTo>
                <a:moveTo>
                  <a:pt x="518474" y="50225"/>
                </a:moveTo>
                <a:cubicBezTo>
                  <a:pt x="518474" y="73818"/>
                  <a:pt x="558660" y="100431"/>
                  <a:pt x="616153" y="100431"/>
                </a:cubicBezTo>
                <a:cubicBezTo>
                  <a:pt x="673674" y="100431"/>
                  <a:pt x="713593" y="73818"/>
                  <a:pt x="713593" y="50225"/>
                </a:cubicBezTo>
                <a:cubicBezTo>
                  <a:pt x="713593" y="26641"/>
                  <a:pt x="673674" y="28"/>
                  <a:pt x="616153" y="28"/>
                </a:cubicBezTo>
                <a:cubicBezTo>
                  <a:pt x="558660" y="28"/>
                  <a:pt x="518474" y="26641"/>
                  <a:pt x="518474" y="50225"/>
                </a:cubicBezTo>
                <a:moveTo>
                  <a:pt x="357587" y="100431"/>
                </a:moveTo>
                <a:cubicBezTo>
                  <a:pt x="300094" y="100431"/>
                  <a:pt x="259899" y="73818"/>
                  <a:pt x="259899" y="50225"/>
                </a:cubicBezTo>
                <a:cubicBezTo>
                  <a:pt x="259899" y="26641"/>
                  <a:pt x="300094" y="28"/>
                  <a:pt x="357587" y="28"/>
                </a:cubicBezTo>
                <a:cubicBezTo>
                  <a:pt x="415109" y="28"/>
                  <a:pt x="455028" y="26641"/>
                  <a:pt x="455028" y="50225"/>
                </a:cubicBezTo>
                <a:cubicBezTo>
                  <a:pt x="455028" y="73818"/>
                  <a:pt x="415109" y="100431"/>
                  <a:pt x="357587" y="100431"/>
                </a:cubicBezTo>
                <a:moveTo>
                  <a:pt x="142141" y="621858"/>
                </a:moveTo>
                <a:cubicBezTo>
                  <a:pt x="94754" y="668578"/>
                  <a:pt x="47396" y="668578"/>
                  <a:pt x="0" y="668578"/>
                </a:cubicBezTo>
                <a:lnTo>
                  <a:pt x="0" y="716727"/>
                </a:lnTo>
                <a:lnTo>
                  <a:pt x="713565" y="716727"/>
                </a:lnTo>
                <a:lnTo>
                  <a:pt x="713565" y="668550"/>
                </a:lnTo>
                <a:cubicBezTo>
                  <a:pt x="666207" y="668550"/>
                  <a:pt x="618848" y="668550"/>
                  <a:pt x="571480" y="621801"/>
                </a:cubicBezTo>
                <a:cubicBezTo>
                  <a:pt x="524122" y="668550"/>
                  <a:pt x="476764" y="668550"/>
                  <a:pt x="464124" y="668550"/>
                </a:cubicBezTo>
                <a:cubicBezTo>
                  <a:pt x="451484" y="668550"/>
                  <a:pt x="404126" y="668550"/>
                  <a:pt x="356768" y="621801"/>
                </a:cubicBezTo>
                <a:cubicBezTo>
                  <a:pt x="309410" y="668550"/>
                  <a:pt x="262051" y="668550"/>
                  <a:pt x="249412" y="668550"/>
                </a:cubicBezTo>
                <a:cubicBezTo>
                  <a:pt x="236801" y="668550"/>
                  <a:pt x="189442" y="668550"/>
                  <a:pt x="142046" y="621801"/>
                </a:cubicBezTo>
                <a:moveTo>
                  <a:pt x="218379" y="609457"/>
                </a:moveTo>
                <a:cubicBezTo>
                  <a:pt x="218322" y="600503"/>
                  <a:pt x="215293" y="594550"/>
                  <a:pt x="209311" y="588559"/>
                </a:cubicBezTo>
                <a:lnTo>
                  <a:pt x="194186" y="573443"/>
                </a:lnTo>
                <a:cubicBezTo>
                  <a:pt x="185118" y="564365"/>
                  <a:pt x="182089" y="552269"/>
                  <a:pt x="188137" y="540172"/>
                </a:cubicBezTo>
                <a:cubicBezTo>
                  <a:pt x="194186" y="528075"/>
                  <a:pt x="203263" y="522027"/>
                  <a:pt x="218379" y="522027"/>
                </a:cubicBezTo>
                <a:lnTo>
                  <a:pt x="239553" y="522027"/>
                </a:lnTo>
                <a:cubicBezTo>
                  <a:pt x="248621" y="522027"/>
                  <a:pt x="254669" y="519007"/>
                  <a:pt x="260718" y="512959"/>
                </a:cubicBezTo>
                <a:cubicBezTo>
                  <a:pt x="266766" y="506910"/>
                  <a:pt x="269795" y="497833"/>
                  <a:pt x="269795" y="491785"/>
                </a:cubicBezTo>
                <a:lnTo>
                  <a:pt x="269795" y="470620"/>
                </a:lnTo>
                <a:cubicBezTo>
                  <a:pt x="269795" y="458523"/>
                  <a:pt x="275843" y="446427"/>
                  <a:pt x="287940" y="440378"/>
                </a:cubicBezTo>
                <a:cubicBezTo>
                  <a:pt x="300037" y="434330"/>
                  <a:pt x="312134" y="437349"/>
                  <a:pt x="321202" y="446427"/>
                </a:cubicBezTo>
                <a:lnTo>
                  <a:pt x="336327" y="461543"/>
                </a:lnTo>
                <a:cubicBezTo>
                  <a:pt x="342376" y="467591"/>
                  <a:pt x="348424" y="470620"/>
                  <a:pt x="357492" y="470620"/>
                </a:cubicBezTo>
                <a:cubicBezTo>
                  <a:pt x="366569" y="470620"/>
                  <a:pt x="372618" y="467591"/>
                  <a:pt x="378666" y="461543"/>
                </a:cubicBezTo>
                <a:lnTo>
                  <a:pt x="393782" y="446427"/>
                </a:lnTo>
                <a:cubicBezTo>
                  <a:pt x="402859" y="437349"/>
                  <a:pt x="414956" y="434330"/>
                  <a:pt x="427053" y="440378"/>
                </a:cubicBezTo>
                <a:cubicBezTo>
                  <a:pt x="439150" y="446427"/>
                  <a:pt x="445198" y="455495"/>
                  <a:pt x="445198" y="470620"/>
                </a:cubicBezTo>
                <a:lnTo>
                  <a:pt x="445198" y="491785"/>
                </a:lnTo>
                <a:cubicBezTo>
                  <a:pt x="445198" y="500862"/>
                  <a:pt x="448217" y="506910"/>
                  <a:pt x="454266" y="512959"/>
                </a:cubicBezTo>
                <a:cubicBezTo>
                  <a:pt x="460314" y="519007"/>
                  <a:pt x="469391" y="522027"/>
                  <a:pt x="475440" y="522027"/>
                </a:cubicBezTo>
                <a:lnTo>
                  <a:pt x="496604" y="522027"/>
                </a:lnTo>
                <a:cubicBezTo>
                  <a:pt x="508701" y="522027"/>
                  <a:pt x="520798" y="528075"/>
                  <a:pt x="526846" y="540172"/>
                </a:cubicBezTo>
                <a:cubicBezTo>
                  <a:pt x="532895" y="552269"/>
                  <a:pt x="529875" y="564365"/>
                  <a:pt x="520798" y="573443"/>
                </a:cubicBezTo>
                <a:lnTo>
                  <a:pt x="499633" y="588559"/>
                </a:lnTo>
                <a:cubicBezTo>
                  <a:pt x="493642" y="594550"/>
                  <a:pt x="490623" y="600541"/>
                  <a:pt x="490556" y="609428"/>
                </a:cubicBezTo>
                <a:cubicBezTo>
                  <a:pt x="490556" y="611943"/>
                  <a:pt x="490832" y="614210"/>
                  <a:pt x="491318" y="616324"/>
                </a:cubicBezTo>
                <a:cubicBezTo>
                  <a:pt x="474621" y="623277"/>
                  <a:pt x="461591" y="623277"/>
                  <a:pt x="456599" y="623277"/>
                </a:cubicBezTo>
                <a:cubicBezTo>
                  <a:pt x="449818" y="623277"/>
                  <a:pt x="432854" y="623277"/>
                  <a:pt x="411870" y="611971"/>
                </a:cubicBezTo>
                <a:cubicBezTo>
                  <a:pt x="412489" y="596350"/>
                  <a:pt x="406717" y="581158"/>
                  <a:pt x="395878" y="569899"/>
                </a:cubicBezTo>
                <a:cubicBezTo>
                  <a:pt x="385048" y="558631"/>
                  <a:pt x="370093" y="552269"/>
                  <a:pt x="354472" y="552269"/>
                </a:cubicBezTo>
                <a:cubicBezTo>
                  <a:pt x="322049" y="552269"/>
                  <a:pt x="298218" y="578129"/>
                  <a:pt x="297037" y="607466"/>
                </a:cubicBezTo>
                <a:cubicBezTo>
                  <a:pt x="272605" y="623277"/>
                  <a:pt x="252193" y="623249"/>
                  <a:pt x="245630" y="623249"/>
                </a:cubicBezTo>
                <a:cubicBezTo>
                  <a:pt x="240430" y="623249"/>
                  <a:pt x="230238" y="623249"/>
                  <a:pt x="216903" y="618896"/>
                </a:cubicBezTo>
                <a:cubicBezTo>
                  <a:pt x="217912" y="615838"/>
                  <a:pt x="218408" y="612647"/>
                  <a:pt x="218379" y="60942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82331" y="2004891"/>
            <a:ext cx="604837" cy="725804"/>
          </a:xfrm>
          <a:custGeom>
            <a:avLst/>
            <a:gdLst/>
            <a:ahLst/>
            <a:cxnLst/>
            <a:rect l="0" t="0" r="0" b="0"/>
            <a:pathLst>
              <a:path w="604837" h="725804">
                <a:moveTo>
                  <a:pt x="302418" y="0"/>
                </a:moveTo>
                <a:cubicBezTo>
                  <a:pt x="151209" y="0"/>
                  <a:pt x="0" y="46872"/>
                  <a:pt x="0" y="136083"/>
                </a:cubicBezTo>
                <a:lnTo>
                  <a:pt x="0" y="589711"/>
                </a:lnTo>
                <a:cubicBezTo>
                  <a:pt x="0" y="678932"/>
                  <a:pt x="151209" y="725804"/>
                  <a:pt x="302418" y="725804"/>
                </a:cubicBezTo>
                <a:cubicBezTo>
                  <a:pt x="453628" y="725804"/>
                  <a:pt x="604837" y="678932"/>
                  <a:pt x="604837" y="589711"/>
                </a:cubicBezTo>
                <a:lnTo>
                  <a:pt x="604837" y="136083"/>
                </a:lnTo>
                <a:cubicBezTo>
                  <a:pt x="604837" y="46872"/>
                  <a:pt x="453628" y="0"/>
                  <a:pt x="302418" y="0"/>
                </a:cubicBezTo>
                <a:moveTo>
                  <a:pt x="544353" y="378018"/>
                </a:moveTo>
                <a:cubicBezTo>
                  <a:pt x="544353" y="403726"/>
                  <a:pt x="459066" y="453628"/>
                  <a:pt x="302418" y="453628"/>
                </a:cubicBezTo>
                <a:cubicBezTo>
                  <a:pt x="145761" y="453628"/>
                  <a:pt x="60483" y="403726"/>
                  <a:pt x="60483" y="378018"/>
                </a:cubicBezTo>
                <a:lnTo>
                  <a:pt x="60483" y="332660"/>
                </a:lnTo>
                <a:cubicBezTo>
                  <a:pt x="134664" y="373094"/>
                  <a:pt x="217941" y="393915"/>
                  <a:pt x="302418" y="393144"/>
                </a:cubicBezTo>
                <a:cubicBezTo>
                  <a:pt x="386048" y="395954"/>
                  <a:pt x="469096" y="378304"/>
                  <a:pt x="544353" y="341728"/>
                </a:cubicBezTo>
                <a:lnTo>
                  <a:pt x="544353" y="378018"/>
                </a:lnTo>
                <a:moveTo>
                  <a:pt x="544353" y="257051"/>
                </a:moveTo>
                <a:cubicBezTo>
                  <a:pt x="544353" y="282759"/>
                  <a:pt x="459066" y="332660"/>
                  <a:pt x="302418" y="332660"/>
                </a:cubicBezTo>
                <a:cubicBezTo>
                  <a:pt x="163306" y="332660"/>
                  <a:pt x="66836" y="274291"/>
                  <a:pt x="60483" y="257051"/>
                </a:cubicBezTo>
                <a:lnTo>
                  <a:pt x="60483" y="220760"/>
                </a:lnTo>
                <a:cubicBezTo>
                  <a:pt x="135740" y="257336"/>
                  <a:pt x="218789" y="274986"/>
                  <a:pt x="302418" y="272176"/>
                </a:cubicBezTo>
                <a:cubicBezTo>
                  <a:pt x="386048" y="274986"/>
                  <a:pt x="469096" y="257336"/>
                  <a:pt x="544353" y="220760"/>
                </a:cubicBezTo>
                <a:lnTo>
                  <a:pt x="544353" y="257051"/>
                </a:lnTo>
                <a:moveTo>
                  <a:pt x="302418" y="60483"/>
                </a:moveTo>
                <a:cubicBezTo>
                  <a:pt x="459066" y="60483"/>
                  <a:pt x="544353" y="110385"/>
                  <a:pt x="544353" y="136083"/>
                </a:cubicBezTo>
                <a:cubicBezTo>
                  <a:pt x="544353" y="161791"/>
                  <a:pt x="459066" y="211693"/>
                  <a:pt x="302418" y="211693"/>
                </a:cubicBezTo>
                <a:cubicBezTo>
                  <a:pt x="145761" y="211693"/>
                  <a:pt x="60483" y="161791"/>
                  <a:pt x="60483" y="136083"/>
                </a:cubicBezTo>
                <a:cubicBezTo>
                  <a:pt x="60483" y="110385"/>
                  <a:pt x="145761" y="60483"/>
                  <a:pt x="302418" y="60483"/>
                </a:cubicBezTo>
                <a:moveTo>
                  <a:pt x="302418" y="665321"/>
                </a:moveTo>
                <a:cubicBezTo>
                  <a:pt x="145761" y="665321"/>
                  <a:pt x="60483" y="615419"/>
                  <a:pt x="60483" y="589711"/>
                </a:cubicBezTo>
                <a:lnTo>
                  <a:pt x="60483" y="462695"/>
                </a:lnTo>
                <a:cubicBezTo>
                  <a:pt x="135740" y="499271"/>
                  <a:pt x="218789" y="516921"/>
                  <a:pt x="302418" y="514111"/>
                </a:cubicBezTo>
                <a:cubicBezTo>
                  <a:pt x="386048" y="516921"/>
                  <a:pt x="469096" y="499271"/>
                  <a:pt x="544353" y="462695"/>
                </a:cubicBezTo>
                <a:lnTo>
                  <a:pt x="544353" y="589711"/>
                </a:lnTo>
                <a:cubicBezTo>
                  <a:pt x="544353" y="615419"/>
                  <a:pt x="459066" y="665321"/>
                  <a:pt x="302418" y="66532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79723" y="2004891"/>
            <a:ext cx="727805" cy="725804"/>
          </a:xfrm>
          <a:custGeom>
            <a:avLst/>
            <a:gdLst/>
            <a:ahLst/>
            <a:cxnLst/>
            <a:rect l="0" t="0" r="0" b="0"/>
            <a:pathLst>
              <a:path w="727805" h="725804">
                <a:moveTo>
                  <a:pt x="289293" y="650195"/>
                </a:moveTo>
                <a:lnTo>
                  <a:pt x="198567" y="650195"/>
                </a:lnTo>
                <a:cubicBezTo>
                  <a:pt x="190223" y="650195"/>
                  <a:pt x="183451" y="656967"/>
                  <a:pt x="183451" y="665321"/>
                </a:cubicBezTo>
                <a:cubicBezTo>
                  <a:pt x="183451" y="698725"/>
                  <a:pt x="210531" y="725804"/>
                  <a:pt x="243935" y="725804"/>
                </a:cubicBezTo>
                <a:cubicBezTo>
                  <a:pt x="277339" y="725804"/>
                  <a:pt x="304419" y="698725"/>
                  <a:pt x="304419" y="665321"/>
                </a:cubicBezTo>
                <a:cubicBezTo>
                  <a:pt x="304419" y="656967"/>
                  <a:pt x="297646" y="650195"/>
                  <a:pt x="289293" y="650195"/>
                </a:cubicBezTo>
                <a:moveTo>
                  <a:pt x="440502" y="412803"/>
                </a:moveTo>
                <a:lnTo>
                  <a:pt x="440502" y="393144"/>
                </a:lnTo>
                <a:cubicBezTo>
                  <a:pt x="440521" y="373713"/>
                  <a:pt x="438388" y="354339"/>
                  <a:pt x="434159" y="335384"/>
                </a:cubicBezTo>
                <a:cubicBezTo>
                  <a:pt x="391963" y="303628"/>
                  <a:pt x="363159" y="257241"/>
                  <a:pt x="353406" y="205339"/>
                </a:cubicBezTo>
                <a:cubicBezTo>
                  <a:pt x="334384" y="190500"/>
                  <a:pt x="312591" y="179603"/>
                  <a:pt x="289293" y="173288"/>
                </a:cubicBezTo>
                <a:lnTo>
                  <a:pt x="289293" y="136083"/>
                </a:lnTo>
                <a:cubicBezTo>
                  <a:pt x="289293" y="111032"/>
                  <a:pt x="268986" y="90725"/>
                  <a:pt x="243935" y="90725"/>
                </a:cubicBezTo>
                <a:cubicBezTo>
                  <a:pt x="218884" y="90725"/>
                  <a:pt x="198567" y="111032"/>
                  <a:pt x="198567" y="136083"/>
                </a:cubicBezTo>
                <a:lnTo>
                  <a:pt x="198567" y="173288"/>
                </a:lnTo>
                <a:cubicBezTo>
                  <a:pt x="110261" y="197177"/>
                  <a:pt x="47358" y="287597"/>
                  <a:pt x="47358" y="393144"/>
                </a:cubicBezTo>
                <a:lnTo>
                  <a:pt x="47358" y="412803"/>
                </a:lnTo>
                <a:cubicBezTo>
                  <a:pt x="47253" y="477154"/>
                  <a:pt x="32242" y="540600"/>
                  <a:pt x="3514" y="598179"/>
                </a:cubicBezTo>
                <a:cubicBezTo>
                  <a:pt x="0" y="605713"/>
                  <a:pt x="3076" y="614667"/>
                  <a:pt x="10467" y="618448"/>
                </a:cubicBezTo>
                <a:cubicBezTo>
                  <a:pt x="12553" y="619410"/>
                  <a:pt x="14820" y="619925"/>
                  <a:pt x="17116" y="619953"/>
                </a:cubicBezTo>
                <a:lnTo>
                  <a:pt x="470744" y="619953"/>
                </a:lnTo>
                <a:cubicBezTo>
                  <a:pt x="479097" y="619953"/>
                  <a:pt x="485870" y="613190"/>
                  <a:pt x="485870" y="604837"/>
                </a:cubicBezTo>
                <a:cubicBezTo>
                  <a:pt x="485841" y="602541"/>
                  <a:pt x="485327" y="600275"/>
                  <a:pt x="484355" y="598179"/>
                </a:cubicBezTo>
                <a:cubicBezTo>
                  <a:pt x="455628" y="540600"/>
                  <a:pt x="440616" y="477154"/>
                  <a:pt x="440502" y="412803"/>
                </a:cubicBezTo>
                <a:moveTo>
                  <a:pt x="561470" y="0"/>
                </a:moveTo>
                <a:cubicBezTo>
                  <a:pt x="469611" y="0"/>
                  <a:pt x="395144" y="74466"/>
                  <a:pt x="395144" y="166325"/>
                </a:cubicBezTo>
                <a:cubicBezTo>
                  <a:pt x="395144" y="258194"/>
                  <a:pt x="469611" y="332660"/>
                  <a:pt x="561470" y="332660"/>
                </a:cubicBezTo>
                <a:cubicBezTo>
                  <a:pt x="653338" y="332660"/>
                  <a:pt x="727805" y="258194"/>
                  <a:pt x="727805" y="166325"/>
                </a:cubicBezTo>
                <a:cubicBezTo>
                  <a:pt x="727805" y="74466"/>
                  <a:pt x="653338" y="0"/>
                  <a:pt x="561470" y="0"/>
                </a:cubicBezTo>
                <a:moveTo>
                  <a:pt x="538791" y="75599"/>
                </a:moveTo>
                <a:cubicBezTo>
                  <a:pt x="538791" y="63074"/>
                  <a:pt x="548944" y="52920"/>
                  <a:pt x="561470" y="52920"/>
                </a:cubicBezTo>
                <a:cubicBezTo>
                  <a:pt x="574005" y="52920"/>
                  <a:pt x="584158" y="63074"/>
                  <a:pt x="584158" y="75599"/>
                </a:cubicBezTo>
                <a:lnTo>
                  <a:pt x="584158" y="166325"/>
                </a:lnTo>
                <a:cubicBezTo>
                  <a:pt x="584158" y="178860"/>
                  <a:pt x="574005" y="189014"/>
                  <a:pt x="561470" y="189014"/>
                </a:cubicBezTo>
                <a:cubicBezTo>
                  <a:pt x="548944" y="189014"/>
                  <a:pt x="538791" y="178860"/>
                  <a:pt x="538791" y="166325"/>
                </a:cubicBezTo>
                <a:lnTo>
                  <a:pt x="538791" y="75599"/>
                </a:lnTo>
                <a:moveTo>
                  <a:pt x="561470" y="287293"/>
                </a:moveTo>
                <a:cubicBezTo>
                  <a:pt x="548554" y="288521"/>
                  <a:pt x="536057" y="282311"/>
                  <a:pt x="529218" y="271281"/>
                </a:cubicBezTo>
                <a:cubicBezTo>
                  <a:pt x="522379" y="260251"/>
                  <a:pt x="522379" y="246297"/>
                  <a:pt x="529218" y="235267"/>
                </a:cubicBezTo>
                <a:cubicBezTo>
                  <a:pt x="536057" y="224237"/>
                  <a:pt x="548554" y="218036"/>
                  <a:pt x="561470" y="219255"/>
                </a:cubicBezTo>
                <a:cubicBezTo>
                  <a:pt x="579024" y="220913"/>
                  <a:pt x="592435" y="235648"/>
                  <a:pt x="592435" y="253279"/>
                </a:cubicBezTo>
                <a:cubicBezTo>
                  <a:pt x="592435" y="270900"/>
                  <a:pt x="579024" y="285645"/>
                  <a:pt x="561470" y="28729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94400" y="2991531"/>
            <a:ext cx="112549" cy="2041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4525" y="2991531"/>
            <a:ext cx="112549" cy="2041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Robot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4276" y="2991531"/>
            <a:ext cx="112549" cy="2041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Robo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4150" y="2991531"/>
            <a:ext cx="112549" cy="2041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Roboto"/>
              </a:rPr>
              <a:t>4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320851" y="3501868"/>
            <a:ext cx="688305" cy="362901"/>
            <a:chOff x="1320851" y="3501868"/>
            <a:chExt cx="688305" cy="362901"/>
          </a:xfrm>
        </p:grpSpPr>
        <p:sp>
          <p:nvSpPr>
            <p:cNvPr id="18" name="TextBox 17"/>
            <p:cNvSpPr txBox="1"/>
            <p:nvPr/>
          </p:nvSpPr>
          <p:spPr>
            <a:xfrm>
              <a:off x="1269229" y="3501868"/>
              <a:ext cx="791550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Capture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69229" y="3683319"/>
              <a:ext cx="791550" cy="18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User Input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17204" y="3501868"/>
            <a:ext cx="815340" cy="362901"/>
            <a:chOff x="3117204" y="3501868"/>
            <a:chExt cx="815340" cy="362901"/>
          </a:xfrm>
        </p:grpSpPr>
        <p:sp>
          <p:nvSpPr>
            <p:cNvPr id="21" name="TextBox 20"/>
            <p:cNvSpPr txBox="1"/>
            <p:nvPr/>
          </p:nvSpPr>
          <p:spPr>
            <a:xfrm>
              <a:off x="3056054" y="3501868"/>
              <a:ext cx="937641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Process via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56054" y="3683319"/>
              <a:ext cx="937641" cy="18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JDBC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496877" y="371475"/>
            <a:ext cx="6150256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000000"/>
                </a:solidFill>
                <a:latin typeface="Roboto"/>
              </a:rPr>
              <a:t>Database and User Input Flow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954703" y="3501867"/>
            <a:ext cx="579834" cy="544352"/>
            <a:chOff x="6954703" y="3501867"/>
            <a:chExt cx="579834" cy="544352"/>
          </a:xfrm>
        </p:grpSpPr>
        <p:sp>
          <p:nvSpPr>
            <p:cNvPr id="25" name="TextBox 24"/>
            <p:cNvSpPr txBox="1"/>
            <p:nvPr/>
          </p:nvSpPr>
          <p:spPr>
            <a:xfrm>
              <a:off x="6911216" y="3501867"/>
              <a:ext cx="666809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Handle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11216" y="3683318"/>
              <a:ext cx="666809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Security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11216" y="3864769"/>
              <a:ext cx="666809" cy="18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Alerts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109658" y="3501868"/>
            <a:ext cx="550192" cy="362901"/>
            <a:chOff x="5109658" y="3501868"/>
            <a:chExt cx="550192" cy="362901"/>
          </a:xfrm>
        </p:grpSpPr>
        <p:sp>
          <p:nvSpPr>
            <p:cNvPr id="29" name="TextBox 28"/>
            <p:cNvSpPr txBox="1"/>
            <p:nvPr/>
          </p:nvSpPr>
          <p:spPr>
            <a:xfrm>
              <a:off x="5068394" y="3501868"/>
              <a:ext cx="632720" cy="181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Store in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68394" y="3683319"/>
              <a:ext cx="632720" cy="18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0">
                  <a:solidFill>
                    <a:srgbClr val="000000"/>
                  </a:solidFill>
                  <a:latin typeface="Roboto"/>
                </a:rPr>
                <a:t>SQLite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90525" y="1493043"/>
            <a:ext cx="7133158" cy="1828800"/>
            <a:chOff x="390525" y="1493043"/>
            <a:chExt cx="7133158" cy="1828800"/>
          </a:xfrm>
        </p:grpSpPr>
        <p:sp>
          <p:nvSpPr>
            <p:cNvPr id="2" name="TextBox 1"/>
            <p:cNvSpPr txBox="1"/>
            <p:nvPr/>
          </p:nvSpPr>
          <p:spPr>
            <a:xfrm>
              <a:off x="390525" y="1493043"/>
              <a:ext cx="820313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Demonstration &amp;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90525" y="2407443"/>
              <a:ext cx="820313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000000"/>
                  </a:solidFill>
                  <a:latin typeface="Roboto"/>
                </a:rPr>
                <a:t>Conclusion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486025" y="3436143"/>
            <a:ext cx="3526691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Roboto"/>
              </a:rPr>
              <a:t>Final execution flow and project wrap-up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389</Words>
  <Application>Microsoft Office PowerPoint</Application>
  <PresentationFormat>On-screen Show (16:9)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Nawade</cp:lastModifiedBy>
  <cp:revision>2</cp:revision>
  <dcterms:created xsi:type="dcterms:W3CDTF">2013-01-27T09:14:16Z</dcterms:created>
  <dcterms:modified xsi:type="dcterms:W3CDTF">2026-09-17T05:21:48Z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